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ora" pitchFamily="2" charset="0"/>
      <p:regular r:id="rId10"/>
    </p:embeddedFont>
    <p:embeddedFont>
      <p:font typeface="Lora Bold" panose="020B0604020202020204" charset="0"/>
      <p:regular r:id="rId11"/>
    </p:embeddedFont>
    <p:embeddedFont>
      <p:font typeface="Montserrat Light" panose="00000400000000000000" pitchFamily="2" charset="0"/>
      <p:regular r:id="rId12"/>
    </p:embeddedFont>
    <p:embeddedFont>
      <p:font typeface="Montserrat Medium" panose="00000600000000000000" pitchFamily="2" charset="0"/>
      <p:regular r:id="rId13"/>
    </p:embeddedFont>
    <p:embeddedFont>
      <p:font typeface="Montserrat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629775" y="4821031"/>
            <a:ext cx="8176060" cy="358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9"/>
              </a:lnSpc>
            </a:pPr>
            <a:r>
              <a:rPr lang="en-US" sz="8490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Ecommerce Sales Analysis Insights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9355" y="4157958"/>
            <a:ext cx="1071801" cy="1071820"/>
          </a:xfrm>
          <a:custGeom>
            <a:avLst/>
            <a:gdLst/>
            <a:ahLst/>
            <a:cxnLst/>
            <a:rect l="l" t="t" r="r" b="b"/>
            <a:pathLst>
              <a:path w="1071801" h="1071820">
                <a:moveTo>
                  <a:pt x="0" y="0"/>
                </a:moveTo>
                <a:lnTo>
                  <a:pt x="1071801" y="0"/>
                </a:lnTo>
                <a:lnTo>
                  <a:pt x="1071801" y="1071819"/>
                </a:lnTo>
                <a:lnTo>
                  <a:pt x="0" y="1071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6798897" y="4157967"/>
            <a:ext cx="1121835" cy="1071648"/>
          </a:xfrm>
          <a:custGeom>
            <a:avLst/>
            <a:gdLst/>
            <a:ahLst/>
            <a:cxnLst/>
            <a:rect l="l" t="t" r="r" b="b"/>
            <a:pathLst>
              <a:path w="1121835" h="1071648">
                <a:moveTo>
                  <a:pt x="0" y="0"/>
                </a:moveTo>
                <a:lnTo>
                  <a:pt x="1121836" y="0"/>
                </a:lnTo>
                <a:lnTo>
                  <a:pt x="1121836" y="1071649"/>
                </a:lnTo>
                <a:lnTo>
                  <a:pt x="0" y="1071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2738402" y="4157901"/>
            <a:ext cx="1071877" cy="1071877"/>
          </a:xfrm>
          <a:custGeom>
            <a:avLst/>
            <a:gdLst/>
            <a:ahLst/>
            <a:cxnLst/>
            <a:rect l="l" t="t" r="r" b="b"/>
            <a:pathLst>
              <a:path w="1071877" h="1071877">
                <a:moveTo>
                  <a:pt x="0" y="0"/>
                </a:moveTo>
                <a:lnTo>
                  <a:pt x="1071876" y="0"/>
                </a:lnTo>
                <a:lnTo>
                  <a:pt x="1071876" y="1071876"/>
                </a:lnTo>
                <a:lnTo>
                  <a:pt x="0" y="1071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8181" y="257242"/>
            <a:ext cx="875043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 spc="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2868" y="5578421"/>
            <a:ext cx="4567095" cy="163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Comprehensive Amazon Sales Analysis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Examined detailed sales data to uncover performance trends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62420" y="5578421"/>
            <a:ext cx="4567809" cy="163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Cross-Platform Pricing Comparison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Compared product prices across Amazon, Flipkart, Myntra, and Ajio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01971" y="5578421"/>
            <a:ext cx="3928205" cy="163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Actionable Insights for Business Growth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Identiﬁed opportunities to optimize pricing and boost revenue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2868" y="1721158"/>
            <a:ext cx="12138022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 to Ecommerce Analysis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4194" y="4073071"/>
            <a:ext cx="5359479" cy="3672564"/>
          </a:xfrm>
          <a:custGeom>
            <a:avLst/>
            <a:gdLst/>
            <a:ahLst/>
            <a:cxnLst/>
            <a:rect l="l" t="t" r="r" b="b"/>
            <a:pathLst>
              <a:path w="5359479" h="3672564">
                <a:moveTo>
                  <a:pt x="0" y="0"/>
                </a:moveTo>
                <a:lnTo>
                  <a:pt x="5359479" y="0"/>
                </a:lnTo>
                <a:lnTo>
                  <a:pt x="5359479" y="3672564"/>
                </a:lnTo>
                <a:lnTo>
                  <a:pt x="0" y="3672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6635039" y="4073071"/>
            <a:ext cx="5359460" cy="3672564"/>
          </a:xfrm>
          <a:custGeom>
            <a:avLst/>
            <a:gdLst/>
            <a:ahLst/>
            <a:cxnLst/>
            <a:rect l="l" t="t" r="r" b="b"/>
            <a:pathLst>
              <a:path w="5359460" h="3672564">
                <a:moveTo>
                  <a:pt x="0" y="0"/>
                </a:moveTo>
                <a:lnTo>
                  <a:pt x="5359460" y="0"/>
                </a:lnTo>
                <a:lnTo>
                  <a:pt x="5359460" y="3672564"/>
                </a:lnTo>
                <a:lnTo>
                  <a:pt x="0" y="3672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405865" y="4073071"/>
            <a:ext cx="5359479" cy="3672564"/>
          </a:xfrm>
          <a:custGeom>
            <a:avLst/>
            <a:gdLst/>
            <a:ahLst/>
            <a:cxnLst/>
            <a:rect l="l" t="t" r="r" b="b"/>
            <a:pathLst>
              <a:path w="5359479" h="3672564">
                <a:moveTo>
                  <a:pt x="0" y="0"/>
                </a:moveTo>
                <a:lnTo>
                  <a:pt x="5359479" y="0"/>
                </a:lnTo>
                <a:lnTo>
                  <a:pt x="5359479" y="3672564"/>
                </a:lnTo>
                <a:lnTo>
                  <a:pt x="0" y="3672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8181" y="257242"/>
            <a:ext cx="859460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8181" y="1721158"/>
            <a:ext cx="9171556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Understanding the Dataset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8016" y="5411086"/>
            <a:ext cx="4445613" cy="9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Comprehensive Sales Data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•Amazon dataset tracks orders, product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48852" y="5430136"/>
            <a:ext cx="4159920" cy="134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Multi-Platform Pricing Coverage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•Pricing data collected from Amazon,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19687" y="5411086"/>
            <a:ext cx="4135793" cy="9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Rigorous Data Cleaning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•Missing values addressed, irrelevant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1288" y="6348365"/>
            <a:ext cx="3882971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categories, and customer locations.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2133" y="6759531"/>
            <a:ext cx="3139735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Flipkart, Myntra, and Ajio for cross-platform analysis.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12959" y="6348365"/>
            <a:ext cx="3397863" cy="60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columns removed, and formats standardized for </a:t>
            </a:r>
            <a:r>
              <a:rPr lang="en-US" sz="1790" b="1">
                <a:solidFill>
                  <a:srgbClr val="2B57D9"/>
                </a:solidFill>
                <a:latin typeface="Lora Bold"/>
                <a:ea typeface="Lora Bold"/>
                <a:cs typeface="Lora Bold"/>
                <a:sym typeface="Lora Bold"/>
              </a:rPr>
              <a:t>accuracy</a:t>
            </a: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9307" y="4036190"/>
            <a:ext cx="1072096" cy="1071829"/>
          </a:xfrm>
          <a:custGeom>
            <a:avLst/>
            <a:gdLst/>
            <a:ahLst/>
            <a:cxnLst/>
            <a:rect l="l" t="t" r="r" b="b"/>
            <a:pathLst>
              <a:path w="1072096" h="1071829">
                <a:moveTo>
                  <a:pt x="0" y="0"/>
                </a:moveTo>
                <a:lnTo>
                  <a:pt x="1072096" y="0"/>
                </a:lnTo>
                <a:lnTo>
                  <a:pt x="1072096" y="1071829"/>
                </a:lnTo>
                <a:lnTo>
                  <a:pt x="0" y="107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62420" y="4099712"/>
            <a:ext cx="1007240" cy="945137"/>
            <a:chOff x="0" y="0"/>
            <a:chExt cx="1007237" cy="9451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7237" cy="945134"/>
            </a:xfrm>
            <a:custGeom>
              <a:avLst/>
              <a:gdLst/>
              <a:ahLst/>
              <a:cxnLst/>
              <a:rect l="l" t="t" r="r" b="b"/>
              <a:pathLst>
                <a:path w="1007237" h="945134">
                  <a:moveTo>
                    <a:pt x="928497" y="524510"/>
                  </a:moveTo>
                  <a:lnTo>
                    <a:pt x="928497" y="629539"/>
                  </a:lnTo>
                  <a:lnTo>
                    <a:pt x="986536" y="629539"/>
                  </a:lnTo>
                  <a:cubicBezTo>
                    <a:pt x="997966" y="629539"/>
                    <a:pt x="1007237" y="638810"/>
                    <a:pt x="1007237" y="650240"/>
                  </a:cubicBezTo>
                  <a:lnTo>
                    <a:pt x="1007237" y="714629"/>
                  </a:lnTo>
                  <a:cubicBezTo>
                    <a:pt x="1007237" y="726059"/>
                    <a:pt x="997966" y="735330"/>
                    <a:pt x="986536" y="735330"/>
                  </a:cubicBezTo>
                  <a:lnTo>
                    <a:pt x="928497" y="735330"/>
                  </a:lnTo>
                  <a:lnTo>
                    <a:pt x="928497" y="840232"/>
                  </a:lnTo>
                  <a:lnTo>
                    <a:pt x="986536" y="840232"/>
                  </a:lnTo>
                  <a:cubicBezTo>
                    <a:pt x="997585" y="840232"/>
                    <a:pt x="1006729" y="848995"/>
                    <a:pt x="1007237" y="860044"/>
                  </a:cubicBezTo>
                  <a:lnTo>
                    <a:pt x="1007237" y="923544"/>
                  </a:lnTo>
                  <a:cubicBezTo>
                    <a:pt x="1007237" y="934847"/>
                    <a:pt x="997966" y="944118"/>
                    <a:pt x="986536" y="944118"/>
                  </a:cubicBezTo>
                  <a:lnTo>
                    <a:pt x="860044" y="944118"/>
                  </a:lnTo>
                  <a:cubicBezTo>
                    <a:pt x="848614" y="944118"/>
                    <a:pt x="839343" y="934847"/>
                    <a:pt x="839343" y="923544"/>
                  </a:cubicBezTo>
                  <a:lnTo>
                    <a:pt x="839343" y="860044"/>
                  </a:lnTo>
                  <a:cubicBezTo>
                    <a:pt x="839343" y="848614"/>
                    <a:pt x="848614" y="839343"/>
                    <a:pt x="860044" y="839343"/>
                  </a:cubicBezTo>
                  <a:lnTo>
                    <a:pt x="918083" y="839343"/>
                  </a:lnTo>
                  <a:lnTo>
                    <a:pt x="918083" y="734314"/>
                  </a:lnTo>
                  <a:lnTo>
                    <a:pt x="860044" y="734314"/>
                  </a:lnTo>
                  <a:cubicBezTo>
                    <a:pt x="848995" y="734314"/>
                    <a:pt x="839851" y="725678"/>
                    <a:pt x="839343" y="714629"/>
                  </a:cubicBezTo>
                  <a:lnTo>
                    <a:pt x="839343" y="651129"/>
                  </a:lnTo>
                  <a:cubicBezTo>
                    <a:pt x="839343" y="639699"/>
                    <a:pt x="848614" y="630428"/>
                    <a:pt x="860044" y="630428"/>
                  </a:cubicBezTo>
                  <a:lnTo>
                    <a:pt x="918083" y="630428"/>
                  </a:lnTo>
                  <a:lnTo>
                    <a:pt x="918083" y="524510"/>
                  </a:lnTo>
                  <a:lnTo>
                    <a:pt x="860044" y="524510"/>
                  </a:lnTo>
                  <a:cubicBezTo>
                    <a:pt x="848614" y="524510"/>
                    <a:pt x="839343" y="515239"/>
                    <a:pt x="839343" y="503809"/>
                  </a:cubicBezTo>
                  <a:lnTo>
                    <a:pt x="839343" y="440436"/>
                  </a:lnTo>
                  <a:cubicBezTo>
                    <a:pt x="839343" y="429006"/>
                    <a:pt x="848614" y="419735"/>
                    <a:pt x="860044" y="419735"/>
                  </a:cubicBezTo>
                  <a:lnTo>
                    <a:pt x="890778" y="419735"/>
                  </a:lnTo>
                  <a:lnTo>
                    <a:pt x="776351" y="321564"/>
                  </a:lnTo>
                  <a:lnTo>
                    <a:pt x="661924" y="419735"/>
                  </a:lnTo>
                  <a:lnTo>
                    <a:pt x="692785" y="419735"/>
                  </a:lnTo>
                  <a:cubicBezTo>
                    <a:pt x="704215" y="419735"/>
                    <a:pt x="713486" y="429006"/>
                    <a:pt x="713486" y="440436"/>
                  </a:cubicBezTo>
                  <a:lnTo>
                    <a:pt x="713486" y="503809"/>
                  </a:lnTo>
                  <a:cubicBezTo>
                    <a:pt x="713486" y="515239"/>
                    <a:pt x="704215" y="524510"/>
                    <a:pt x="692785" y="524510"/>
                  </a:cubicBezTo>
                  <a:lnTo>
                    <a:pt x="634238" y="524510"/>
                  </a:lnTo>
                  <a:lnTo>
                    <a:pt x="634238" y="629539"/>
                  </a:lnTo>
                  <a:lnTo>
                    <a:pt x="692150" y="629539"/>
                  </a:lnTo>
                  <a:cubicBezTo>
                    <a:pt x="703580" y="629539"/>
                    <a:pt x="712851" y="638810"/>
                    <a:pt x="712851" y="650240"/>
                  </a:cubicBezTo>
                  <a:lnTo>
                    <a:pt x="712851" y="714629"/>
                  </a:lnTo>
                  <a:cubicBezTo>
                    <a:pt x="712851" y="726059"/>
                    <a:pt x="703580" y="735330"/>
                    <a:pt x="692150" y="735330"/>
                  </a:cubicBezTo>
                  <a:lnTo>
                    <a:pt x="634238" y="735330"/>
                  </a:lnTo>
                  <a:lnTo>
                    <a:pt x="634238" y="840232"/>
                  </a:lnTo>
                  <a:lnTo>
                    <a:pt x="692150" y="840232"/>
                  </a:lnTo>
                  <a:cubicBezTo>
                    <a:pt x="703580" y="840232"/>
                    <a:pt x="712851" y="849503"/>
                    <a:pt x="712851" y="861060"/>
                  </a:cubicBezTo>
                  <a:lnTo>
                    <a:pt x="712851" y="924433"/>
                  </a:lnTo>
                  <a:cubicBezTo>
                    <a:pt x="712851" y="935863"/>
                    <a:pt x="703580" y="945134"/>
                    <a:pt x="692150" y="945134"/>
                  </a:cubicBezTo>
                  <a:lnTo>
                    <a:pt x="566293" y="945134"/>
                  </a:lnTo>
                  <a:cubicBezTo>
                    <a:pt x="554863" y="945134"/>
                    <a:pt x="545592" y="935863"/>
                    <a:pt x="545592" y="924433"/>
                  </a:cubicBezTo>
                  <a:lnTo>
                    <a:pt x="545592" y="860044"/>
                  </a:lnTo>
                  <a:cubicBezTo>
                    <a:pt x="545592" y="848614"/>
                    <a:pt x="554863" y="839343"/>
                    <a:pt x="566293" y="839343"/>
                  </a:cubicBezTo>
                  <a:lnTo>
                    <a:pt x="624332" y="839343"/>
                  </a:lnTo>
                  <a:lnTo>
                    <a:pt x="624332" y="734314"/>
                  </a:lnTo>
                  <a:lnTo>
                    <a:pt x="566293" y="734314"/>
                  </a:lnTo>
                  <a:cubicBezTo>
                    <a:pt x="555244" y="734314"/>
                    <a:pt x="546100" y="725678"/>
                    <a:pt x="545592" y="714629"/>
                  </a:cubicBezTo>
                  <a:lnTo>
                    <a:pt x="545592" y="651129"/>
                  </a:lnTo>
                  <a:cubicBezTo>
                    <a:pt x="545592" y="639699"/>
                    <a:pt x="554863" y="630428"/>
                    <a:pt x="566293" y="630428"/>
                  </a:cubicBezTo>
                  <a:lnTo>
                    <a:pt x="624332" y="630428"/>
                  </a:lnTo>
                  <a:lnTo>
                    <a:pt x="624332" y="524510"/>
                  </a:lnTo>
                  <a:lnTo>
                    <a:pt x="566293" y="524510"/>
                  </a:lnTo>
                  <a:cubicBezTo>
                    <a:pt x="554863" y="524510"/>
                    <a:pt x="545592" y="515239"/>
                    <a:pt x="545592" y="503809"/>
                  </a:cubicBezTo>
                  <a:lnTo>
                    <a:pt x="545592" y="440436"/>
                  </a:lnTo>
                  <a:cubicBezTo>
                    <a:pt x="545592" y="429006"/>
                    <a:pt x="554863" y="419735"/>
                    <a:pt x="566293" y="419735"/>
                  </a:cubicBezTo>
                  <a:lnTo>
                    <a:pt x="645922" y="419735"/>
                  </a:lnTo>
                  <a:lnTo>
                    <a:pt x="768223" y="314706"/>
                  </a:lnTo>
                  <a:lnTo>
                    <a:pt x="713232" y="314706"/>
                  </a:lnTo>
                  <a:cubicBezTo>
                    <a:pt x="701802" y="314706"/>
                    <a:pt x="692531" y="305435"/>
                    <a:pt x="692531" y="294005"/>
                  </a:cubicBezTo>
                  <a:lnTo>
                    <a:pt x="692531" y="230505"/>
                  </a:lnTo>
                  <a:cubicBezTo>
                    <a:pt x="692531" y="219075"/>
                    <a:pt x="701802" y="209804"/>
                    <a:pt x="713232" y="209804"/>
                  </a:cubicBezTo>
                  <a:lnTo>
                    <a:pt x="718439" y="209804"/>
                  </a:lnTo>
                  <a:lnTo>
                    <a:pt x="503555" y="110617"/>
                  </a:lnTo>
                  <a:lnTo>
                    <a:pt x="288671" y="209804"/>
                  </a:lnTo>
                  <a:lnTo>
                    <a:pt x="294005" y="209804"/>
                  </a:lnTo>
                  <a:cubicBezTo>
                    <a:pt x="305435" y="209804"/>
                    <a:pt x="314706" y="219075"/>
                    <a:pt x="314833" y="230505"/>
                  </a:cubicBezTo>
                  <a:lnTo>
                    <a:pt x="314833" y="294005"/>
                  </a:lnTo>
                  <a:cubicBezTo>
                    <a:pt x="314706" y="305435"/>
                    <a:pt x="305435" y="314706"/>
                    <a:pt x="294005" y="314706"/>
                  </a:cubicBezTo>
                  <a:lnTo>
                    <a:pt x="237998" y="314706"/>
                  </a:lnTo>
                  <a:lnTo>
                    <a:pt x="360299" y="419735"/>
                  </a:lnTo>
                  <a:lnTo>
                    <a:pt x="440055" y="419735"/>
                  </a:lnTo>
                  <a:cubicBezTo>
                    <a:pt x="451485" y="419735"/>
                    <a:pt x="460756" y="429006"/>
                    <a:pt x="460756" y="440436"/>
                  </a:cubicBezTo>
                  <a:lnTo>
                    <a:pt x="460756" y="503809"/>
                  </a:lnTo>
                  <a:cubicBezTo>
                    <a:pt x="460756" y="515239"/>
                    <a:pt x="451485" y="524510"/>
                    <a:pt x="440055" y="524510"/>
                  </a:cubicBezTo>
                  <a:lnTo>
                    <a:pt x="382905" y="524510"/>
                  </a:lnTo>
                  <a:lnTo>
                    <a:pt x="382905" y="629539"/>
                  </a:lnTo>
                  <a:lnTo>
                    <a:pt x="440944" y="629539"/>
                  </a:lnTo>
                  <a:cubicBezTo>
                    <a:pt x="452374" y="629539"/>
                    <a:pt x="461645" y="638810"/>
                    <a:pt x="461645" y="650240"/>
                  </a:cubicBezTo>
                  <a:lnTo>
                    <a:pt x="461645" y="714629"/>
                  </a:lnTo>
                  <a:cubicBezTo>
                    <a:pt x="461645" y="726059"/>
                    <a:pt x="452374" y="735330"/>
                    <a:pt x="440944" y="735330"/>
                  </a:cubicBezTo>
                  <a:lnTo>
                    <a:pt x="382905" y="735330"/>
                  </a:lnTo>
                  <a:lnTo>
                    <a:pt x="382905" y="840232"/>
                  </a:lnTo>
                  <a:lnTo>
                    <a:pt x="440944" y="840232"/>
                  </a:lnTo>
                  <a:cubicBezTo>
                    <a:pt x="452374" y="840232"/>
                    <a:pt x="461645" y="849503"/>
                    <a:pt x="461645" y="861060"/>
                  </a:cubicBezTo>
                  <a:lnTo>
                    <a:pt x="461645" y="924433"/>
                  </a:lnTo>
                  <a:cubicBezTo>
                    <a:pt x="461645" y="935863"/>
                    <a:pt x="452374" y="945134"/>
                    <a:pt x="440944" y="945134"/>
                  </a:cubicBezTo>
                  <a:lnTo>
                    <a:pt x="314452" y="945134"/>
                  </a:lnTo>
                  <a:cubicBezTo>
                    <a:pt x="303022" y="945134"/>
                    <a:pt x="293751" y="935863"/>
                    <a:pt x="293751" y="924433"/>
                  </a:cubicBezTo>
                  <a:lnTo>
                    <a:pt x="293751" y="860044"/>
                  </a:lnTo>
                  <a:cubicBezTo>
                    <a:pt x="293751" y="848614"/>
                    <a:pt x="303022" y="839343"/>
                    <a:pt x="314452" y="839343"/>
                  </a:cubicBezTo>
                  <a:lnTo>
                    <a:pt x="372999" y="839343"/>
                  </a:lnTo>
                  <a:lnTo>
                    <a:pt x="372999" y="734314"/>
                  </a:lnTo>
                  <a:lnTo>
                    <a:pt x="314452" y="734314"/>
                  </a:lnTo>
                  <a:cubicBezTo>
                    <a:pt x="303403" y="734314"/>
                    <a:pt x="294259" y="725678"/>
                    <a:pt x="293751" y="714629"/>
                  </a:cubicBezTo>
                  <a:lnTo>
                    <a:pt x="293751" y="651129"/>
                  </a:lnTo>
                  <a:cubicBezTo>
                    <a:pt x="293751" y="639699"/>
                    <a:pt x="303022" y="630428"/>
                    <a:pt x="314452" y="630428"/>
                  </a:cubicBezTo>
                  <a:lnTo>
                    <a:pt x="372999" y="630428"/>
                  </a:lnTo>
                  <a:lnTo>
                    <a:pt x="372999" y="524510"/>
                  </a:lnTo>
                  <a:lnTo>
                    <a:pt x="314452" y="524510"/>
                  </a:lnTo>
                  <a:cubicBezTo>
                    <a:pt x="303022" y="524510"/>
                    <a:pt x="293751" y="515239"/>
                    <a:pt x="293751" y="503809"/>
                  </a:cubicBezTo>
                  <a:lnTo>
                    <a:pt x="293751" y="440436"/>
                  </a:lnTo>
                  <a:cubicBezTo>
                    <a:pt x="293751" y="429006"/>
                    <a:pt x="303022" y="419735"/>
                    <a:pt x="314452" y="419735"/>
                  </a:cubicBezTo>
                  <a:lnTo>
                    <a:pt x="345313" y="419735"/>
                  </a:lnTo>
                  <a:lnTo>
                    <a:pt x="230886" y="321564"/>
                  </a:lnTo>
                  <a:lnTo>
                    <a:pt x="116459" y="419735"/>
                  </a:lnTo>
                  <a:lnTo>
                    <a:pt x="147193" y="419735"/>
                  </a:lnTo>
                  <a:cubicBezTo>
                    <a:pt x="158623" y="419735"/>
                    <a:pt x="167894" y="429006"/>
                    <a:pt x="167894" y="440436"/>
                  </a:cubicBezTo>
                  <a:lnTo>
                    <a:pt x="167894" y="503809"/>
                  </a:lnTo>
                  <a:cubicBezTo>
                    <a:pt x="167894" y="515239"/>
                    <a:pt x="158623" y="524510"/>
                    <a:pt x="147193" y="524510"/>
                  </a:cubicBezTo>
                  <a:lnTo>
                    <a:pt x="89154" y="524510"/>
                  </a:lnTo>
                  <a:lnTo>
                    <a:pt x="89154" y="629539"/>
                  </a:lnTo>
                  <a:lnTo>
                    <a:pt x="147193" y="629539"/>
                  </a:lnTo>
                  <a:cubicBezTo>
                    <a:pt x="158623" y="629539"/>
                    <a:pt x="167894" y="638810"/>
                    <a:pt x="167894" y="650240"/>
                  </a:cubicBezTo>
                  <a:lnTo>
                    <a:pt x="167894" y="714629"/>
                  </a:lnTo>
                  <a:cubicBezTo>
                    <a:pt x="167894" y="726059"/>
                    <a:pt x="158623" y="735330"/>
                    <a:pt x="147193" y="735330"/>
                  </a:cubicBezTo>
                  <a:lnTo>
                    <a:pt x="89154" y="735330"/>
                  </a:lnTo>
                  <a:lnTo>
                    <a:pt x="89154" y="840232"/>
                  </a:lnTo>
                  <a:lnTo>
                    <a:pt x="147193" y="840232"/>
                  </a:lnTo>
                  <a:cubicBezTo>
                    <a:pt x="158242" y="840232"/>
                    <a:pt x="167386" y="848995"/>
                    <a:pt x="167894" y="860044"/>
                  </a:cubicBezTo>
                  <a:lnTo>
                    <a:pt x="167894" y="923544"/>
                  </a:lnTo>
                  <a:cubicBezTo>
                    <a:pt x="167894" y="934847"/>
                    <a:pt x="158623" y="944118"/>
                    <a:pt x="147193" y="944118"/>
                  </a:cubicBezTo>
                  <a:lnTo>
                    <a:pt x="20701" y="944118"/>
                  </a:lnTo>
                  <a:cubicBezTo>
                    <a:pt x="9271" y="944118"/>
                    <a:pt x="0" y="934847"/>
                    <a:pt x="0" y="923544"/>
                  </a:cubicBezTo>
                  <a:lnTo>
                    <a:pt x="0" y="860044"/>
                  </a:lnTo>
                  <a:cubicBezTo>
                    <a:pt x="0" y="848614"/>
                    <a:pt x="9271" y="839343"/>
                    <a:pt x="20701" y="839343"/>
                  </a:cubicBezTo>
                  <a:lnTo>
                    <a:pt x="78740" y="839343"/>
                  </a:lnTo>
                  <a:lnTo>
                    <a:pt x="78740" y="734314"/>
                  </a:lnTo>
                  <a:lnTo>
                    <a:pt x="20701" y="734314"/>
                  </a:lnTo>
                  <a:cubicBezTo>
                    <a:pt x="9652" y="734314"/>
                    <a:pt x="508" y="725678"/>
                    <a:pt x="0" y="714629"/>
                  </a:cubicBezTo>
                  <a:lnTo>
                    <a:pt x="0" y="651129"/>
                  </a:lnTo>
                  <a:cubicBezTo>
                    <a:pt x="0" y="639699"/>
                    <a:pt x="9271" y="630428"/>
                    <a:pt x="20701" y="630428"/>
                  </a:cubicBezTo>
                  <a:lnTo>
                    <a:pt x="78740" y="630428"/>
                  </a:lnTo>
                  <a:lnTo>
                    <a:pt x="78740" y="524510"/>
                  </a:lnTo>
                  <a:lnTo>
                    <a:pt x="20701" y="524510"/>
                  </a:lnTo>
                  <a:cubicBezTo>
                    <a:pt x="9271" y="524510"/>
                    <a:pt x="0" y="515239"/>
                    <a:pt x="0" y="503809"/>
                  </a:cubicBezTo>
                  <a:lnTo>
                    <a:pt x="0" y="440436"/>
                  </a:lnTo>
                  <a:cubicBezTo>
                    <a:pt x="0" y="429006"/>
                    <a:pt x="9271" y="419735"/>
                    <a:pt x="20701" y="419735"/>
                  </a:cubicBezTo>
                  <a:lnTo>
                    <a:pt x="100330" y="419735"/>
                  </a:lnTo>
                  <a:lnTo>
                    <a:pt x="222758" y="314706"/>
                  </a:lnTo>
                  <a:lnTo>
                    <a:pt x="167894" y="314706"/>
                  </a:lnTo>
                  <a:cubicBezTo>
                    <a:pt x="156464" y="314706"/>
                    <a:pt x="147193" y="305435"/>
                    <a:pt x="147193" y="294005"/>
                  </a:cubicBezTo>
                  <a:lnTo>
                    <a:pt x="147193" y="230505"/>
                  </a:lnTo>
                  <a:cubicBezTo>
                    <a:pt x="147193" y="219075"/>
                    <a:pt x="156464" y="209804"/>
                    <a:pt x="167894" y="209804"/>
                  </a:cubicBezTo>
                  <a:lnTo>
                    <a:pt x="263906" y="209804"/>
                  </a:lnTo>
                  <a:lnTo>
                    <a:pt x="491363" y="104902"/>
                  </a:lnTo>
                  <a:lnTo>
                    <a:pt x="440309" y="104902"/>
                  </a:lnTo>
                  <a:cubicBezTo>
                    <a:pt x="429006" y="104902"/>
                    <a:pt x="419735" y="95504"/>
                    <a:pt x="419735" y="84201"/>
                  </a:cubicBezTo>
                  <a:lnTo>
                    <a:pt x="419735" y="20701"/>
                  </a:lnTo>
                  <a:cubicBezTo>
                    <a:pt x="419735" y="9271"/>
                    <a:pt x="429006" y="0"/>
                    <a:pt x="440309" y="0"/>
                  </a:cubicBezTo>
                  <a:lnTo>
                    <a:pt x="566801" y="0"/>
                  </a:lnTo>
                  <a:cubicBezTo>
                    <a:pt x="578231" y="0"/>
                    <a:pt x="587502" y="9271"/>
                    <a:pt x="587502" y="20701"/>
                  </a:cubicBezTo>
                  <a:lnTo>
                    <a:pt x="587502" y="84201"/>
                  </a:lnTo>
                  <a:cubicBezTo>
                    <a:pt x="587502" y="95504"/>
                    <a:pt x="578231" y="104902"/>
                    <a:pt x="566801" y="104902"/>
                  </a:cubicBezTo>
                  <a:lnTo>
                    <a:pt x="516128" y="104902"/>
                  </a:lnTo>
                  <a:lnTo>
                    <a:pt x="743458" y="209804"/>
                  </a:lnTo>
                  <a:lnTo>
                    <a:pt x="839343" y="209804"/>
                  </a:lnTo>
                  <a:cubicBezTo>
                    <a:pt x="850773" y="209804"/>
                    <a:pt x="860044" y="219075"/>
                    <a:pt x="860044" y="230505"/>
                  </a:cubicBezTo>
                  <a:lnTo>
                    <a:pt x="860044" y="294005"/>
                  </a:lnTo>
                  <a:cubicBezTo>
                    <a:pt x="860044" y="305435"/>
                    <a:pt x="850773" y="314706"/>
                    <a:pt x="839343" y="314706"/>
                  </a:cubicBezTo>
                  <a:lnTo>
                    <a:pt x="784479" y="314706"/>
                  </a:lnTo>
                  <a:lnTo>
                    <a:pt x="906907" y="419735"/>
                  </a:lnTo>
                  <a:lnTo>
                    <a:pt x="986536" y="419735"/>
                  </a:lnTo>
                  <a:cubicBezTo>
                    <a:pt x="997966" y="419735"/>
                    <a:pt x="1007237" y="429006"/>
                    <a:pt x="1007237" y="440436"/>
                  </a:cubicBezTo>
                  <a:lnTo>
                    <a:pt x="1007237" y="503809"/>
                  </a:lnTo>
                  <a:cubicBezTo>
                    <a:pt x="1007237" y="515239"/>
                    <a:pt x="997966" y="524510"/>
                    <a:pt x="986536" y="524510"/>
                  </a:cubicBez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38430" y="4036209"/>
            <a:ext cx="1176785" cy="1071753"/>
            <a:chOff x="0" y="0"/>
            <a:chExt cx="1176782" cy="1071753"/>
          </a:xfrm>
        </p:grpSpPr>
        <p:sp>
          <p:nvSpPr>
            <p:cNvPr id="10" name="Freeform 10"/>
            <p:cNvSpPr/>
            <p:nvPr/>
          </p:nvSpPr>
          <p:spPr>
            <a:xfrm>
              <a:off x="63500" y="63500"/>
              <a:ext cx="1049782" cy="944753"/>
            </a:xfrm>
            <a:custGeom>
              <a:avLst/>
              <a:gdLst/>
              <a:ahLst/>
              <a:cxnLst/>
              <a:rect l="l" t="t" r="r" b="b"/>
              <a:pathLst>
                <a:path w="1049782" h="944753">
                  <a:moveTo>
                    <a:pt x="962279" y="0"/>
                  </a:moveTo>
                  <a:lnTo>
                    <a:pt x="87503" y="0"/>
                  </a:lnTo>
                  <a:cubicBezTo>
                    <a:pt x="39243" y="0"/>
                    <a:pt x="0" y="39243"/>
                    <a:pt x="0" y="87503"/>
                  </a:cubicBezTo>
                  <a:lnTo>
                    <a:pt x="0" y="647319"/>
                  </a:lnTo>
                  <a:cubicBezTo>
                    <a:pt x="0" y="695579"/>
                    <a:pt x="39243" y="734822"/>
                    <a:pt x="87503" y="734822"/>
                  </a:cubicBezTo>
                  <a:lnTo>
                    <a:pt x="331089" y="734822"/>
                  </a:lnTo>
                  <a:cubicBezTo>
                    <a:pt x="325120" y="773684"/>
                    <a:pt x="299593" y="807339"/>
                    <a:pt x="262636" y="823214"/>
                  </a:cubicBezTo>
                  <a:lnTo>
                    <a:pt x="223901" y="839851"/>
                  </a:lnTo>
                  <a:lnTo>
                    <a:pt x="175006" y="839851"/>
                  </a:lnTo>
                  <a:cubicBezTo>
                    <a:pt x="126746" y="839851"/>
                    <a:pt x="87503" y="879094"/>
                    <a:pt x="87503" y="927354"/>
                  </a:cubicBezTo>
                  <a:cubicBezTo>
                    <a:pt x="87503" y="937006"/>
                    <a:pt x="95250" y="944753"/>
                    <a:pt x="105029" y="944753"/>
                  </a:cubicBezTo>
                  <a:lnTo>
                    <a:pt x="944753" y="944753"/>
                  </a:lnTo>
                  <a:cubicBezTo>
                    <a:pt x="954405" y="944753"/>
                    <a:pt x="962279" y="937006"/>
                    <a:pt x="962279" y="927354"/>
                  </a:cubicBezTo>
                  <a:cubicBezTo>
                    <a:pt x="962279" y="879094"/>
                    <a:pt x="923036" y="839851"/>
                    <a:pt x="874776" y="839851"/>
                  </a:cubicBezTo>
                  <a:lnTo>
                    <a:pt x="825881" y="839851"/>
                  </a:lnTo>
                  <a:lnTo>
                    <a:pt x="787146" y="823214"/>
                  </a:lnTo>
                  <a:cubicBezTo>
                    <a:pt x="750189" y="807339"/>
                    <a:pt x="724662" y="773684"/>
                    <a:pt x="718693" y="734822"/>
                  </a:cubicBezTo>
                  <a:lnTo>
                    <a:pt x="962279" y="734822"/>
                  </a:lnTo>
                  <a:cubicBezTo>
                    <a:pt x="1010539" y="734822"/>
                    <a:pt x="1049782" y="695579"/>
                    <a:pt x="1049782" y="647319"/>
                  </a:cubicBezTo>
                  <a:lnTo>
                    <a:pt x="1049782" y="87503"/>
                  </a:lnTo>
                  <a:cubicBezTo>
                    <a:pt x="1049782" y="39243"/>
                    <a:pt x="1010539" y="0"/>
                    <a:pt x="962279" y="0"/>
                  </a:cubicBezTo>
                  <a:moveTo>
                    <a:pt x="874776" y="874776"/>
                  </a:moveTo>
                  <a:cubicBezTo>
                    <a:pt x="897636" y="874776"/>
                    <a:pt x="917067" y="889381"/>
                    <a:pt x="924306" y="909828"/>
                  </a:cubicBezTo>
                  <a:lnTo>
                    <a:pt x="125476" y="909828"/>
                  </a:lnTo>
                  <a:cubicBezTo>
                    <a:pt x="132715" y="889381"/>
                    <a:pt x="152146" y="874776"/>
                    <a:pt x="175006" y="874776"/>
                  </a:cubicBezTo>
                  <a:close/>
                  <a:moveTo>
                    <a:pt x="1014730" y="647319"/>
                  </a:moveTo>
                  <a:cubicBezTo>
                    <a:pt x="1014730" y="676275"/>
                    <a:pt x="991235" y="699897"/>
                    <a:pt x="962279" y="699897"/>
                  </a:cubicBezTo>
                  <a:lnTo>
                    <a:pt x="87503" y="699897"/>
                  </a:lnTo>
                  <a:cubicBezTo>
                    <a:pt x="58547" y="699897"/>
                    <a:pt x="34925" y="676275"/>
                    <a:pt x="34925" y="647319"/>
                  </a:cubicBezTo>
                  <a:lnTo>
                    <a:pt x="34925" y="87503"/>
                  </a:lnTo>
                  <a:cubicBezTo>
                    <a:pt x="34925" y="58547"/>
                    <a:pt x="58547" y="35052"/>
                    <a:pt x="87503" y="35052"/>
                  </a:cubicBezTo>
                  <a:lnTo>
                    <a:pt x="962279" y="35052"/>
                  </a:lnTo>
                  <a:cubicBezTo>
                    <a:pt x="991235" y="35052"/>
                    <a:pt x="1014730" y="58547"/>
                    <a:pt x="1014730" y="87503"/>
                  </a:cubicBez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51003" y="185896"/>
              <a:ext cx="349885" cy="384969"/>
            </a:xfrm>
            <a:custGeom>
              <a:avLst/>
              <a:gdLst/>
              <a:ahLst/>
              <a:cxnLst/>
              <a:rect l="l" t="t" r="r" b="b"/>
              <a:pathLst>
                <a:path w="349885" h="384969">
                  <a:moveTo>
                    <a:pt x="340868" y="89694"/>
                  </a:moveTo>
                  <a:lnTo>
                    <a:pt x="183388" y="2191"/>
                  </a:lnTo>
                  <a:cubicBezTo>
                    <a:pt x="178181" y="-730"/>
                    <a:pt x="171704" y="-730"/>
                    <a:pt x="166370" y="2191"/>
                  </a:cubicBezTo>
                  <a:lnTo>
                    <a:pt x="8890" y="89694"/>
                  </a:lnTo>
                  <a:cubicBezTo>
                    <a:pt x="3429" y="92742"/>
                    <a:pt x="0" y="98584"/>
                    <a:pt x="0" y="104934"/>
                  </a:cubicBezTo>
                  <a:lnTo>
                    <a:pt x="0" y="279940"/>
                  </a:lnTo>
                  <a:cubicBezTo>
                    <a:pt x="0" y="286290"/>
                    <a:pt x="3429" y="292132"/>
                    <a:pt x="9017" y="295180"/>
                  </a:cubicBezTo>
                  <a:lnTo>
                    <a:pt x="166497" y="382683"/>
                  </a:lnTo>
                  <a:cubicBezTo>
                    <a:pt x="169037" y="384207"/>
                    <a:pt x="171958" y="384969"/>
                    <a:pt x="174879" y="384969"/>
                  </a:cubicBezTo>
                  <a:cubicBezTo>
                    <a:pt x="177800" y="384969"/>
                    <a:pt x="180721" y="384207"/>
                    <a:pt x="183388" y="382683"/>
                  </a:cubicBezTo>
                  <a:lnTo>
                    <a:pt x="340868" y="295180"/>
                  </a:lnTo>
                  <a:cubicBezTo>
                    <a:pt x="346456" y="292132"/>
                    <a:pt x="349885" y="286290"/>
                    <a:pt x="349885" y="279940"/>
                  </a:cubicBezTo>
                  <a:lnTo>
                    <a:pt x="349885" y="104934"/>
                  </a:lnTo>
                  <a:cubicBezTo>
                    <a:pt x="349885" y="98584"/>
                    <a:pt x="346456" y="92742"/>
                    <a:pt x="340868" y="89694"/>
                  </a:cubicBezTo>
                  <a:moveTo>
                    <a:pt x="314833" y="237649"/>
                  </a:moveTo>
                  <a:lnTo>
                    <a:pt x="257302" y="180118"/>
                  </a:lnTo>
                  <a:cubicBezTo>
                    <a:pt x="253746" y="176689"/>
                    <a:pt x="249047" y="174911"/>
                    <a:pt x="244094" y="175038"/>
                  </a:cubicBezTo>
                  <a:cubicBezTo>
                    <a:pt x="239141" y="175165"/>
                    <a:pt x="234569" y="177451"/>
                    <a:pt x="231394" y="181261"/>
                  </a:cubicBezTo>
                  <a:lnTo>
                    <a:pt x="192278" y="228378"/>
                  </a:lnTo>
                  <a:lnTo>
                    <a:pt x="117983" y="145701"/>
                  </a:lnTo>
                  <a:cubicBezTo>
                    <a:pt x="114427" y="141764"/>
                    <a:pt x="109474" y="139732"/>
                    <a:pt x="103886" y="139986"/>
                  </a:cubicBezTo>
                  <a:cubicBezTo>
                    <a:pt x="98679" y="140240"/>
                    <a:pt x="93726" y="143034"/>
                    <a:pt x="90678" y="147225"/>
                  </a:cubicBezTo>
                  <a:lnTo>
                    <a:pt x="34925" y="225330"/>
                  </a:lnTo>
                  <a:lnTo>
                    <a:pt x="34925" y="115221"/>
                  </a:lnTo>
                  <a:lnTo>
                    <a:pt x="174879" y="37624"/>
                  </a:lnTo>
                  <a:lnTo>
                    <a:pt x="314833" y="115348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308483" y="255905"/>
              <a:ext cx="69977" cy="70104"/>
            </a:xfrm>
            <a:custGeom>
              <a:avLst/>
              <a:gdLst/>
              <a:ahLst/>
              <a:cxnLst/>
              <a:rect l="l" t="t" r="r" b="b"/>
              <a:pathLst>
                <a:path w="69977" h="70104">
                  <a:moveTo>
                    <a:pt x="69977" y="35052"/>
                  </a:moveTo>
                  <a:cubicBezTo>
                    <a:pt x="69977" y="54356"/>
                    <a:pt x="54356" y="70104"/>
                    <a:pt x="34925" y="70104"/>
                  </a:cubicBezTo>
                  <a:cubicBezTo>
                    <a:pt x="15621" y="70104"/>
                    <a:pt x="0" y="54356"/>
                    <a:pt x="0" y="35052"/>
                  </a:cubicBezTo>
                  <a:cubicBezTo>
                    <a:pt x="0" y="15748"/>
                    <a:pt x="15621" y="0"/>
                    <a:pt x="34925" y="0"/>
                  </a:cubicBezTo>
                  <a:cubicBezTo>
                    <a:pt x="54356" y="0"/>
                    <a:pt x="69977" y="15748"/>
                    <a:pt x="69977" y="35052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18414" y="623316"/>
              <a:ext cx="105029" cy="105029"/>
            </a:xfrm>
            <a:custGeom>
              <a:avLst/>
              <a:gdLst/>
              <a:ahLst/>
              <a:cxnLst/>
              <a:rect l="l" t="t" r="r" b="b"/>
              <a:pathLst>
                <a:path w="105029" h="105029">
                  <a:moveTo>
                    <a:pt x="87503" y="0"/>
                  </a:moveTo>
                  <a:lnTo>
                    <a:pt x="17526" y="0"/>
                  </a:lnTo>
                  <a:cubicBezTo>
                    <a:pt x="7874" y="0"/>
                    <a:pt x="0" y="7874"/>
                    <a:pt x="0" y="17526"/>
                  </a:cubicBezTo>
                  <a:lnTo>
                    <a:pt x="0" y="87503"/>
                  </a:lnTo>
                  <a:cubicBezTo>
                    <a:pt x="0" y="97155"/>
                    <a:pt x="7874" y="105029"/>
                    <a:pt x="17526" y="105029"/>
                  </a:cubicBezTo>
                  <a:lnTo>
                    <a:pt x="87503" y="105029"/>
                  </a:lnTo>
                  <a:cubicBezTo>
                    <a:pt x="97155" y="105029"/>
                    <a:pt x="105029" y="97155"/>
                    <a:pt x="105029" y="87503"/>
                  </a:cubicBezTo>
                  <a:lnTo>
                    <a:pt x="105029" y="17526"/>
                  </a:lnTo>
                  <a:cubicBezTo>
                    <a:pt x="105029" y="7874"/>
                    <a:pt x="97155" y="0"/>
                    <a:pt x="87503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58368" y="570865"/>
              <a:ext cx="105029" cy="157480"/>
            </a:xfrm>
            <a:custGeom>
              <a:avLst/>
              <a:gdLst/>
              <a:ahLst/>
              <a:cxnLst/>
              <a:rect l="l" t="t" r="r" b="b"/>
              <a:pathLst>
                <a:path w="105029" h="157480">
                  <a:moveTo>
                    <a:pt x="87503" y="0"/>
                  </a:moveTo>
                  <a:lnTo>
                    <a:pt x="17526" y="0"/>
                  </a:lnTo>
                  <a:cubicBezTo>
                    <a:pt x="7874" y="0"/>
                    <a:pt x="0" y="7874"/>
                    <a:pt x="0" y="17526"/>
                  </a:cubicBezTo>
                  <a:lnTo>
                    <a:pt x="0" y="139954"/>
                  </a:lnTo>
                  <a:cubicBezTo>
                    <a:pt x="0" y="149606"/>
                    <a:pt x="7874" y="157480"/>
                    <a:pt x="17526" y="157480"/>
                  </a:cubicBezTo>
                  <a:lnTo>
                    <a:pt x="87503" y="157480"/>
                  </a:lnTo>
                  <a:cubicBezTo>
                    <a:pt x="97155" y="157480"/>
                    <a:pt x="105029" y="149606"/>
                    <a:pt x="105029" y="139954"/>
                  </a:cubicBezTo>
                  <a:lnTo>
                    <a:pt x="105029" y="17526"/>
                  </a:lnTo>
                  <a:cubicBezTo>
                    <a:pt x="105029" y="7874"/>
                    <a:pt x="97155" y="0"/>
                    <a:pt x="87503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98322" y="518414"/>
              <a:ext cx="105029" cy="209931"/>
            </a:xfrm>
            <a:custGeom>
              <a:avLst/>
              <a:gdLst/>
              <a:ahLst/>
              <a:cxnLst/>
              <a:rect l="l" t="t" r="r" b="b"/>
              <a:pathLst>
                <a:path w="105029" h="209931">
                  <a:moveTo>
                    <a:pt x="87503" y="0"/>
                  </a:moveTo>
                  <a:lnTo>
                    <a:pt x="17526" y="0"/>
                  </a:lnTo>
                  <a:cubicBezTo>
                    <a:pt x="7874" y="0"/>
                    <a:pt x="0" y="7874"/>
                    <a:pt x="0" y="17526"/>
                  </a:cubicBezTo>
                  <a:lnTo>
                    <a:pt x="0" y="192405"/>
                  </a:lnTo>
                  <a:cubicBezTo>
                    <a:pt x="0" y="202057"/>
                    <a:pt x="7874" y="209931"/>
                    <a:pt x="17526" y="209931"/>
                  </a:cubicBezTo>
                  <a:lnTo>
                    <a:pt x="87503" y="209931"/>
                  </a:lnTo>
                  <a:cubicBezTo>
                    <a:pt x="97155" y="209931"/>
                    <a:pt x="105029" y="202057"/>
                    <a:pt x="105029" y="192405"/>
                  </a:cubicBezTo>
                  <a:lnTo>
                    <a:pt x="105029" y="17526"/>
                  </a:lnTo>
                  <a:cubicBezTo>
                    <a:pt x="105029" y="7874"/>
                    <a:pt x="97155" y="0"/>
                    <a:pt x="87503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38276" y="430911"/>
              <a:ext cx="105029" cy="297434"/>
            </a:xfrm>
            <a:custGeom>
              <a:avLst/>
              <a:gdLst/>
              <a:ahLst/>
              <a:cxnLst/>
              <a:rect l="l" t="t" r="r" b="b"/>
              <a:pathLst>
                <a:path w="105029" h="297434">
                  <a:moveTo>
                    <a:pt x="87503" y="0"/>
                  </a:moveTo>
                  <a:lnTo>
                    <a:pt x="17526" y="0"/>
                  </a:lnTo>
                  <a:cubicBezTo>
                    <a:pt x="7874" y="0"/>
                    <a:pt x="0" y="7874"/>
                    <a:pt x="0" y="17526"/>
                  </a:cubicBezTo>
                  <a:lnTo>
                    <a:pt x="0" y="279908"/>
                  </a:lnTo>
                  <a:cubicBezTo>
                    <a:pt x="0" y="289560"/>
                    <a:pt x="7874" y="297434"/>
                    <a:pt x="17526" y="297434"/>
                  </a:cubicBezTo>
                  <a:lnTo>
                    <a:pt x="87503" y="297434"/>
                  </a:lnTo>
                  <a:cubicBezTo>
                    <a:pt x="97155" y="297434"/>
                    <a:pt x="105029" y="289560"/>
                    <a:pt x="105029" y="279908"/>
                  </a:cubicBezTo>
                  <a:lnTo>
                    <a:pt x="105029" y="17526"/>
                  </a:lnTo>
                  <a:cubicBezTo>
                    <a:pt x="105029" y="7874"/>
                    <a:pt x="97155" y="0"/>
                    <a:pt x="87503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5802" y="290957"/>
              <a:ext cx="507428" cy="297434"/>
            </a:xfrm>
            <a:custGeom>
              <a:avLst/>
              <a:gdLst/>
              <a:ahLst/>
              <a:cxnLst/>
              <a:rect l="l" t="t" r="r" b="b"/>
              <a:pathLst>
                <a:path w="507428" h="297434">
                  <a:moveTo>
                    <a:pt x="17537" y="297434"/>
                  </a:moveTo>
                  <a:cubicBezTo>
                    <a:pt x="21474" y="297434"/>
                    <a:pt x="25411" y="296164"/>
                    <a:pt x="28713" y="293370"/>
                  </a:cubicBezTo>
                  <a:lnTo>
                    <a:pt x="130186" y="208915"/>
                  </a:lnTo>
                  <a:lnTo>
                    <a:pt x="318146" y="174625"/>
                  </a:lnTo>
                  <a:cubicBezTo>
                    <a:pt x="320813" y="174117"/>
                    <a:pt x="323480" y="172974"/>
                    <a:pt x="325766" y="171323"/>
                  </a:cubicBezTo>
                  <a:lnTo>
                    <a:pt x="459497" y="67310"/>
                  </a:lnTo>
                  <a:lnTo>
                    <a:pt x="455433" y="83312"/>
                  </a:lnTo>
                  <a:cubicBezTo>
                    <a:pt x="453147" y="92583"/>
                    <a:pt x="458862" y="102108"/>
                    <a:pt x="468260" y="104521"/>
                  </a:cubicBezTo>
                  <a:cubicBezTo>
                    <a:pt x="469657" y="104902"/>
                    <a:pt x="471054" y="105029"/>
                    <a:pt x="472451" y="105029"/>
                  </a:cubicBezTo>
                  <a:cubicBezTo>
                    <a:pt x="480325" y="105029"/>
                    <a:pt x="487437" y="99695"/>
                    <a:pt x="489342" y="91694"/>
                  </a:cubicBezTo>
                  <a:lnTo>
                    <a:pt x="506868" y="21717"/>
                  </a:lnTo>
                  <a:cubicBezTo>
                    <a:pt x="508265" y="16510"/>
                    <a:pt x="506995" y="11049"/>
                    <a:pt x="503693" y="6731"/>
                  </a:cubicBezTo>
                  <a:cubicBezTo>
                    <a:pt x="500391" y="2540"/>
                    <a:pt x="495311" y="0"/>
                    <a:pt x="489850" y="0"/>
                  </a:cubicBezTo>
                  <a:lnTo>
                    <a:pt x="420000" y="0"/>
                  </a:lnTo>
                  <a:cubicBezTo>
                    <a:pt x="410348" y="0"/>
                    <a:pt x="402601" y="7874"/>
                    <a:pt x="402601" y="17526"/>
                  </a:cubicBezTo>
                  <a:cubicBezTo>
                    <a:pt x="402601" y="27178"/>
                    <a:pt x="410348" y="34925"/>
                    <a:pt x="420000" y="34925"/>
                  </a:cubicBezTo>
                  <a:lnTo>
                    <a:pt x="444003" y="34925"/>
                  </a:lnTo>
                  <a:lnTo>
                    <a:pt x="307605" y="140970"/>
                  </a:lnTo>
                  <a:lnTo>
                    <a:pt x="119391" y="175260"/>
                  </a:lnTo>
                  <a:cubicBezTo>
                    <a:pt x="116343" y="175768"/>
                    <a:pt x="113676" y="177038"/>
                    <a:pt x="111263" y="179070"/>
                  </a:cubicBezTo>
                  <a:lnTo>
                    <a:pt x="6361" y="266446"/>
                  </a:lnTo>
                  <a:cubicBezTo>
                    <a:pt x="-1132" y="272669"/>
                    <a:pt x="-2148" y="283718"/>
                    <a:pt x="4075" y="291084"/>
                  </a:cubicBezTo>
                  <a:cubicBezTo>
                    <a:pt x="7504" y="295275"/>
                    <a:pt x="12457" y="297434"/>
                    <a:pt x="17537" y="297434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0856" y="133413"/>
              <a:ext cx="244997" cy="245046"/>
            </a:xfrm>
            <a:custGeom>
              <a:avLst/>
              <a:gdLst/>
              <a:ahLst/>
              <a:cxnLst/>
              <a:rect l="l" t="t" r="r" b="b"/>
              <a:pathLst>
                <a:path w="244997" h="245046">
                  <a:moveTo>
                    <a:pt x="17512" y="140018"/>
                  </a:moveTo>
                  <a:lnTo>
                    <a:pt x="52564" y="140018"/>
                  </a:lnTo>
                  <a:lnTo>
                    <a:pt x="52564" y="227521"/>
                  </a:lnTo>
                  <a:cubicBezTo>
                    <a:pt x="52564" y="237173"/>
                    <a:pt x="60311" y="245047"/>
                    <a:pt x="69963" y="245047"/>
                  </a:cubicBezTo>
                  <a:lnTo>
                    <a:pt x="174992" y="245047"/>
                  </a:lnTo>
                  <a:cubicBezTo>
                    <a:pt x="184644" y="245047"/>
                    <a:pt x="192518" y="237173"/>
                    <a:pt x="192518" y="227521"/>
                  </a:cubicBezTo>
                  <a:lnTo>
                    <a:pt x="192518" y="140018"/>
                  </a:lnTo>
                  <a:lnTo>
                    <a:pt x="227443" y="140018"/>
                  </a:lnTo>
                  <a:cubicBezTo>
                    <a:pt x="234555" y="140018"/>
                    <a:pt x="240905" y="135700"/>
                    <a:pt x="243699" y="129223"/>
                  </a:cubicBezTo>
                  <a:cubicBezTo>
                    <a:pt x="246366" y="122619"/>
                    <a:pt x="244842" y="115126"/>
                    <a:pt x="239889" y="110173"/>
                  </a:cubicBezTo>
                  <a:lnTo>
                    <a:pt x="134860" y="5144"/>
                  </a:lnTo>
                  <a:cubicBezTo>
                    <a:pt x="128002" y="-1714"/>
                    <a:pt x="116953" y="-1714"/>
                    <a:pt x="110095" y="5144"/>
                  </a:cubicBezTo>
                  <a:lnTo>
                    <a:pt x="5193" y="110173"/>
                  </a:lnTo>
                  <a:cubicBezTo>
                    <a:pt x="113" y="115126"/>
                    <a:pt x="-1411" y="122619"/>
                    <a:pt x="1383" y="129223"/>
                  </a:cubicBezTo>
                  <a:cubicBezTo>
                    <a:pt x="4050" y="135700"/>
                    <a:pt x="10400" y="140018"/>
                    <a:pt x="17512" y="140018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68529" y="693420"/>
              <a:ext cx="297434" cy="35052"/>
            </a:xfrm>
            <a:custGeom>
              <a:avLst/>
              <a:gdLst/>
              <a:ahLst/>
              <a:cxnLst/>
              <a:rect l="l" t="t" r="r" b="b"/>
              <a:pathLst>
                <a:path w="297434" h="35052">
                  <a:moveTo>
                    <a:pt x="279908" y="0"/>
                  </a:moveTo>
                  <a:lnTo>
                    <a:pt x="17399" y="0"/>
                  </a:lnTo>
                  <a:cubicBezTo>
                    <a:pt x="7747" y="0"/>
                    <a:pt x="0" y="7874"/>
                    <a:pt x="0" y="17526"/>
                  </a:cubicBezTo>
                  <a:cubicBezTo>
                    <a:pt x="0" y="27178"/>
                    <a:pt x="7747" y="35052"/>
                    <a:pt x="17399" y="35052"/>
                  </a:cubicBezTo>
                  <a:lnTo>
                    <a:pt x="279908" y="35052"/>
                  </a:lnTo>
                  <a:cubicBezTo>
                    <a:pt x="289560" y="35052"/>
                    <a:pt x="297434" y="27178"/>
                    <a:pt x="297434" y="17526"/>
                  </a:cubicBezTo>
                  <a:cubicBezTo>
                    <a:pt x="297434" y="7874"/>
                    <a:pt x="289560" y="0"/>
                    <a:pt x="279908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68529" y="623316"/>
              <a:ext cx="297434" cy="35052"/>
            </a:xfrm>
            <a:custGeom>
              <a:avLst/>
              <a:gdLst/>
              <a:ahLst/>
              <a:cxnLst/>
              <a:rect l="l" t="t" r="r" b="b"/>
              <a:pathLst>
                <a:path w="297434" h="35052">
                  <a:moveTo>
                    <a:pt x="279908" y="0"/>
                  </a:moveTo>
                  <a:lnTo>
                    <a:pt x="17399" y="0"/>
                  </a:lnTo>
                  <a:cubicBezTo>
                    <a:pt x="7747" y="0"/>
                    <a:pt x="0" y="7874"/>
                    <a:pt x="0" y="17526"/>
                  </a:cubicBezTo>
                  <a:cubicBezTo>
                    <a:pt x="0" y="27178"/>
                    <a:pt x="7747" y="35052"/>
                    <a:pt x="17399" y="35052"/>
                  </a:cubicBezTo>
                  <a:lnTo>
                    <a:pt x="279908" y="35052"/>
                  </a:lnTo>
                  <a:cubicBezTo>
                    <a:pt x="289560" y="35052"/>
                    <a:pt x="297434" y="27178"/>
                    <a:pt x="297434" y="17526"/>
                  </a:cubicBezTo>
                  <a:cubicBezTo>
                    <a:pt x="297434" y="7874"/>
                    <a:pt x="289560" y="0"/>
                    <a:pt x="279908" y="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0876" y="151003"/>
              <a:ext cx="35052" cy="35052"/>
            </a:xfrm>
            <a:custGeom>
              <a:avLst/>
              <a:gdLst/>
              <a:ahLst/>
              <a:cxnLst/>
              <a:rect l="l" t="t" r="r" b="b"/>
              <a:pathLst>
                <a:path w="35052" h="35052">
                  <a:moveTo>
                    <a:pt x="35052" y="17526"/>
                  </a:moveTo>
                  <a:cubicBezTo>
                    <a:pt x="35052" y="27178"/>
                    <a:pt x="27178" y="35052"/>
                    <a:pt x="17526" y="35052"/>
                  </a:cubicBezTo>
                  <a:cubicBezTo>
                    <a:pt x="7874" y="35052"/>
                    <a:pt x="0" y="27178"/>
                    <a:pt x="0" y="17526"/>
                  </a:cubicBezTo>
                  <a:cubicBezTo>
                    <a:pt x="0" y="7874"/>
                    <a:pt x="7874" y="0"/>
                    <a:pt x="17526" y="0"/>
                  </a:cubicBezTo>
                  <a:cubicBezTo>
                    <a:pt x="27178" y="0"/>
                    <a:pt x="35052" y="7874"/>
                    <a:pt x="35052" y="17526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8181" y="257242"/>
            <a:ext cx="929049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 spc="2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2868" y="5438727"/>
            <a:ext cx="4095159" cy="4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spc="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 Cleaning with Python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62420" y="5438727"/>
            <a:ext cx="4647133" cy="95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Streamlined Dataset Structure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•Removed irrelevant columns and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01971" y="5438727"/>
            <a:ext cx="4735192" cy="4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Integrated Sales &amp; Pricing Data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2868" y="5898185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2868" y="6489316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971" y="6079160"/>
            <a:ext cx="81163" cy="33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6149" y="6084560"/>
            <a:ext cx="4503801" cy="11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Addressed missing values and standardized column formats Converted dates and numerics to correct data types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55691" y="6380121"/>
            <a:ext cx="1948234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duplicate records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95243" y="6084560"/>
            <a:ext cx="4468806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Linked datasets using product identiﬁers for deeper insights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2868" y="1721158"/>
            <a:ext cx="10529707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Preparation and Modeling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69053" y="1887169"/>
            <a:ext cx="8718947" cy="6511080"/>
            <a:chOff x="0" y="0"/>
            <a:chExt cx="11625262" cy="86814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25199" cy="8681466"/>
            </a:xfrm>
            <a:custGeom>
              <a:avLst/>
              <a:gdLst/>
              <a:ahLst/>
              <a:cxnLst/>
              <a:rect l="l" t="t" r="r" b="b"/>
              <a:pathLst>
                <a:path w="11625199" h="8681466">
                  <a:moveTo>
                    <a:pt x="0" y="0"/>
                  </a:moveTo>
                  <a:lnTo>
                    <a:pt x="11625199" y="0"/>
                  </a:lnTo>
                  <a:lnTo>
                    <a:pt x="11625199" y="8681466"/>
                  </a:lnTo>
                  <a:lnTo>
                    <a:pt x="0" y="8681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8210" y="1859251"/>
            <a:ext cx="5534263" cy="254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4463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Sales Insights Uncovered </a:t>
            </a:r>
          </a:p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Top Revenue-Generating Categories </a:t>
            </a:r>
          </a:p>
          <a:p>
            <a:pPr algn="l">
              <a:lnSpc>
                <a:spcPts val="2492"/>
              </a:lnSpc>
            </a:pPr>
            <a:r>
              <a:rPr lang="en-US" sz="178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Sets and Kurtas lead with the highest total revenue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8210" y="4698302"/>
            <a:ext cx="5558266" cy="89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Best-Selling Products Identiﬁed </a:t>
            </a:r>
          </a:p>
          <a:p>
            <a:pPr algn="l">
              <a:lnSpc>
                <a:spcPts val="2492"/>
              </a:lnSpc>
            </a:pPr>
            <a:r>
              <a:rPr lang="en-US" sz="178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Styles like JNE3797 and J0230 drive signiﬁcant sales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8210" y="5882573"/>
            <a:ext cx="6897786" cy="88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Monthly and Regional Sales Trends </a:t>
            </a:r>
          </a:p>
          <a:p>
            <a:pPr algn="l">
              <a:lnSpc>
                <a:spcPts val="2492"/>
              </a:lnSpc>
            </a:pPr>
            <a:r>
              <a:rPr lang="en-US" sz="178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Peak sales observed in April and May; Maharashtra tops by state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8210" y="7066845"/>
            <a:ext cx="7455589" cy="88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High-Performing States Highlighted </a:t>
            </a:r>
          </a:p>
          <a:p>
            <a:pPr algn="l">
              <a:lnSpc>
                <a:spcPts val="2492"/>
              </a:lnSpc>
            </a:pPr>
            <a:r>
              <a:rPr lang="en-US" sz="178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Maharashtra, Karnataka, and Telangana are key revenue contributors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8210" y="257242"/>
            <a:ext cx="868813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4194" y="3803533"/>
            <a:ext cx="5359479" cy="4211679"/>
          </a:xfrm>
          <a:custGeom>
            <a:avLst/>
            <a:gdLst/>
            <a:ahLst/>
            <a:cxnLst/>
            <a:rect l="l" t="t" r="r" b="b"/>
            <a:pathLst>
              <a:path w="5359479" h="4211679">
                <a:moveTo>
                  <a:pt x="0" y="0"/>
                </a:moveTo>
                <a:lnTo>
                  <a:pt x="5359479" y="0"/>
                </a:lnTo>
                <a:lnTo>
                  <a:pt x="5359479" y="4211678"/>
                </a:lnTo>
                <a:lnTo>
                  <a:pt x="0" y="4211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6635039" y="3803533"/>
            <a:ext cx="5359460" cy="4211679"/>
          </a:xfrm>
          <a:custGeom>
            <a:avLst/>
            <a:gdLst/>
            <a:ahLst/>
            <a:cxnLst/>
            <a:rect l="l" t="t" r="r" b="b"/>
            <a:pathLst>
              <a:path w="5359460" h="4211679">
                <a:moveTo>
                  <a:pt x="0" y="0"/>
                </a:moveTo>
                <a:lnTo>
                  <a:pt x="5359460" y="0"/>
                </a:lnTo>
                <a:lnTo>
                  <a:pt x="5359460" y="4211678"/>
                </a:lnTo>
                <a:lnTo>
                  <a:pt x="0" y="4211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405865" y="3803533"/>
            <a:ext cx="5359479" cy="4211679"/>
          </a:xfrm>
          <a:custGeom>
            <a:avLst/>
            <a:gdLst/>
            <a:ahLst/>
            <a:cxnLst/>
            <a:rect l="l" t="t" r="r" b="b"/>
            <a:pathLst>
              <a:path w="5359479" h="4211679">
                <a:moveTo>
                  <a:pt x="0" y="0"/>
                </a:moveTo>
                <a:lnTo>
                  <a:pt x="5359479" y="0"/>
                </a:lnTo>
                <a:lnTo>
                  <a:pt x="5359479" y="4211678"/>
                </a:lnTo>
                <a:lnTo>
                  <a:pt x="0" y="4211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8181" y="257242"/>
            <a:ext cx="896855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 spc="12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06.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8181" y="1721158"/>
            <a:ext cx="11050791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Pricing Analysis Across Platforms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8016" y="5160264"/>
            <a:ext cx="3348066" cy="81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Cross-Platform Price Comparison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48852" y="5141214"/>
            <a:ext cx="4236777" cy="42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Identifying Price Extremes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19687" y="5141214"/>
            <a:ext cx="4517088" cy="9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Competitive Pricing Insights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•Signiﬁcant price variations reveal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78016" y="6009313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8016" y="6600444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48852" y="5596566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48852" y="6187688"/>
            <a:ext cx="81163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17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71288" y="6195679"/>
            <a:ext cx="3902945" cy="119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Analyzed average product prices on Amazon, Flipkart, and Myntra Amazon generally has the </a:t>
            </a:r>
            <a:r>
              <a:rPr lang="en-US" sz="1790" b="1">
                <a:solidFill>
                  <a:srgbClr val="2B57D9"/>
                </a:solidFill>
                <a:latin typeface="Lora Bold"/>
                <a:ea typeface="Lora Bold"/>
                <a:cs typeface="Lora Bold"/>
                <a:sym typeface="Lora Bold"/>
              </a:rPr>
              <a:t>highest average price</a:t>
            </a: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among platforms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42133" y="5782932"/>
            <a:ext cx="4205554" cy="119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 spc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Highlighted products with the </a:t>
            </a:r>
            <a:r>
              <a:rPr lang="en-US" sz="1790" b="1" spc="1">
                <a:solidFill>
                  <a:srgbClr val="2B57D9"/>
                </a:solidFill>
                <a:latin typeface="Lora Bold"/>
                <a:ea typeface="Lora Bold"/>
                <a:cs typeface="Lora Bold"/>
                <a:sym typeface="Lora Bold"/>
              </a:rPr>
              <a:t>highest prices on Amazon</a:t>
            </a:r>
            <a:r>
              <a:rPr lang="en-US" sz="1790" spc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(up to 5997) Detected lowest prices for each product across all platforms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12959" y="6078493"/>
            <a:ext cx="3255216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 spc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opportunities for competitive positioning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19687" y="6654908"/>
            <a:ext cx="4144813" cy="34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•Category-wise analysis shows Kurta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12959" y="6965185"/>
            <a:ext cx="3520278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Sets and Down as higher-priced segments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9345" y="3387347"/>
            <a:ext cx="1076773" cy="1071753"/>
            <a:chOff x="0" y="0"/>
            <a:chExt cx="1076770" cy="1071753"/>
          </a:xfrm>
        </p:grpSpPr>
        <p:sp>
          <p:nvSpPr>
            <p:cNvPr id="3" name="Freeform 3"/>
            <p:cNvSpPr/>
            <p:nvPr/>
          </p:nvSpPr>
          <p:spPr>
            <a:xfrm>
              <a:off x="100076" y="882269"/>
              <a:ext cx="157480" cy="125984"/>
            </a:xfrm>
            <a:custGeom>
              <a:avLst/>
              <a:gdLst/>
              <a:ahLst/>
              <a:cxnLst/>
              <a:rect l="l" t="t" r="r" b="b"/>
              <a:pathLst>
                <a:path w="157480" h="125984">
                  <a:moveTo>
                    <a:pt x="0" y="125985"/>
                  </a:moveTo>
                  <a:lnTo>
                    <a:pt x="157480" y="125985"/>
                  </a:lnTo>
                  <a:lnTo>
                    <a:pt x="1574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336169" y="819278"/>
              <a:ext cx="157480" cy="188976"/>
            </a:xfrm>
            <a:custGeom>
              <a:avLst/>
              <a:gdLst/>
              <a:ahLst/>
              <a:cxnLst/>
              <a:rect l="l" t="t" r="r" b="b"/>
              <a:pathLst>
                <a:path w="157480" h="188976">
                  <a:moveTo>
                    <a:pt x="0" y="188976"/>
                  </a:moveTo>
                  <a:lnTo>
                    <a:pt x="157480" y="188976"/>
                  </a:lnTo>
                  <a:lnTo>
                    <a:pt x="1574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588137" y="724789"/>
              <a:ext cx="157480" cy="283464"/>
            </a:xfrm>
            <a:custGeom>
              <a:avLst/>
              <a:gdLst/>
              <a:ahLst/>
              <a:cxnLst/>
              <a:rect l="l" t="t" r="r" b="b"/>
              <a:pathLst>
                <a:path w="157480" h="283464">
                  <a:moveTo>
                    <a:pt x="0" y="283465"/>
                  </a:moveTo>
                  <a:lnTo>
                    <a:pt x="157480" y="283465"/>
                  </a:lnTo>
                  <a:lnTo>
                    <a:pt x="1574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839978" y="551561"/>
              <a:ext cx="157480" cy="456692"/>
            </a:xfrm>
            <a:custGeom>
              <a:avLst/>
              <a:gdLst/>
              <a:ahLst/>
              <a:cxnLst/>
              <a:rect l="l" t="t" r="r" b="b"/>
              <a:pathLst>
                <a:path w="157480" h="456692">
                  <a:moveTo>
                    <a:pt x="0" y="456693"/>
                  </a:moveTo>
                  <a:lnTo>
                    <a:pt x="157480" y="456693"/>
                  </a:lnTo>
                  <a:lnTo>
                    <a:pt x="1574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666877" y="126365"/>
              <a:ext cx="283464" cy="283464"/>
            </a:xfrm>
            <a:custGeom>
              <a:avLst/>
              <a:gdLst/>
              <a:ahLst/>
              <a:cxnLst/>
              <a:rect l="l" t="t" r="r" b="b"/>
              <a:pathLst>
                <a:path w="283464" h="283464">
                  <a:moveTo>
                    <a:pt x="141732" y="0"/>
                  </a:moveTo>
                  <a:cubicBezTo>
                    <a:pt x="63500" y="0"/>
                    <a:pt x="0" y="63500"/>
                    <a:pt x="0" y="141732"/>
                  </a:cubicBezTo>
                  <a:cubicBezTo>
                    <a:pt x="0" y="219964"/>
                    <a:pt x="63500" y="283464"/>
                    <a:pt x="141732" y="283464"/>
                  </a:cubicBezTo>
                  <a:cubicBezTo>
                    <a:pt x="219964" y="283464"/>
                    <a:pt x="283464" y="219964"/>
                    <a:pt x="283464" y="141732"/>
                  </a:cubicBezTo>
                  <a:cubicBezTo>
                    <a:pt x="283464" y="63500"/>
                    <a:pt x="219964" y="0"/>
                    <a:pt x="141732" y="0"/>
                  </a:cubicBezTo>
                  <a:moveTo>
                    <a:pt x="173228" y="220472"/>
                  </a:moveTo>
                  <a:lnTo>
                    <a:pt x="157480" y="220472"/>
                  </a:lnTo>
                  <a:lnTo>
                    <a:pt x="157480" y="251968"/>
                  </a:lnTo>
                  <a:lnTo>
                    <a:pt x="125984" y="251968"/>
                  </a:lnTo>
                  <a:lnTo>
                    <a:pt x="125984" y="220472"/>
                  </a:lnTo>
                  <a:lnTo>
                    <a:pt x="94488" y="220472"/>
                  </a:lnTo>
                  <a:lnTo>
                    <a:pt x="94488" y="188976"/>
                  </a:lnTo>
                  <a:lnTo>
                    <a:pt x="173228" y="188976"/>
                  </a:lnTo>
                  <a:cubicBezTo>
                    <a:pt x="181864" y="188976"/>
                    <a:pt x="188976" y="181864"/>
                    <a:pt x="188976" y="173228"/>
                  </a:cubicBezTo>
                  <a:cubicBezTo>
                    <a:pt x="188976" y="164465"/>
                    <a:pt x="181864" y="157480"/>
                    <a:pt x="173228" y="157480"/>
                  </a:cubicBezTo>
                  <a:lnTo>
                    <a:pt x="125984" y="157480"/>
                  </a:lnTo>
                  <a:cubicBezTo>
                    <a:pt x="99949" y="157480"/>
                    <a:pt x="78740" y="136271"/>
                    <a:pt x="78740" y="110236"/>
                  </a:cubicBezTo>
                  <a:cubicBezTo>
                    <a:pt x="78740" y="84074"/>
                    <a:pt x="99949" y="62992"/>
                    <a:pt x="125984" y="62992"/>
                  </a:cubicBezTo>
                  <a:lnTo>
                    <a:pt x="125984" y="31496"/>
                  </a:lnTo>
                  <a:lnTo>
                    <a:pt x="157480" y="31496"/>
                  </a:lnTo>
                  <a:lnTo>
                    <a:pt x="157480" y="62992"/>
                  </a:lnTo>
                  <a:lnTo>
                    <a:pt x="204724" y="62992"/>
                  </a:lnTo>
                  <a:lnTo>
                    <a:pt x="204724" y="94488"/>
                  </a:lnTo>
                  <a:lnTo>
                    <a:pt x="125984" y="94488"/>
                  </a:lnTo>
                  <a:cubicBezTo>
                    <a:pt x="117348" y="94488"/>
                    <a:pt x="110236" y="101473"/>
                    <a:pt x="110236" y="110236"/>
                  </a:cubicBezTo>
                  <a:cubicBezTo>
                    <a:pt x="110236" y="118872"/>
                    <a:pt x="117348" y="125984"/>
                    <a:pt x="125984" y="125984"/>
                  </a:cubicBezTo>
                  <a:lnTo>
                    <a:pt x="173228" y="125984"/>
                  </a:lnTo>
                  <a:cubicBezTo>
                    <a:pt x="199263" y="125984"/>
                    <a:pt x="220472" y="147066"/>
                    <a:pt x="220472" y="173228"/>
                  </a:cubicBezTo>
                  <a:cubicBezTo>
                    <a:pt x="220472" y="199263"/>
                    <a:pt x="199263" y="220472"/>
                    <a:pt x="173228" y="220472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981837" y="252349"/>
              <a:ext cx="31496" cy="31496"/>
            </a:xfrm>
            <a:custGeom>
              <a:avLst/>
              <a:gdLst/>
              <a:ahLst/>
              <a:cxnLst/>
              <a:rect l="l" t="t" r="r" b="b"/>
              <a:pathLst>
                <a:path w="31496" h="31496">
                  <a:moveTo>
                    <a:pt x="0" y="31496"/>
                  </a:moveTo>
                  <a:lnTo>
                    <a:pt x="31496" y="31496"/>
                  </a:lnTo>
                  <a:lnTo>
                    <a:pt x="314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603758" y="252349"/>
              <a:ext cx="31496" cy="31496"/>
            </a:xfrm>
            <a:custGeom>
              <a:avLst/>
              <a:gdLst/>
              <a:ahLst/>
              <a:cxnLst/>
              <a:rect l="l" t="t" r="r" b="b"/>
              <a:pathLst>
                <a:path w="31496" h="31496">
                  <a:moveTo>
                    <a:pt x="0" y="31496"/>
                  </a:moveTo>
                  <a:lnTo>
                    <a:pt x="31496" y="31496"/>
                  </a:lnTo>
                  <a:lnTo>
                    <a:pt x="314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792734" y="441325"/>
              <a:ext cx="31496" cy="31496"/>
            </a:xfrm>
            <a:custGeom>
              <a:avLst/>
              <a:gdLst/>
              <a:ahLst/>
              <a:cxnLst/>
              <a:rect l="l" t="t" r="r" b="b"/>
              <a:pathLst>
                <a:path w="31496" h="31496">
                  <a:moveTo>
                    <a:pt x="0" y="31496"/>
                  </a:moveTo>
                  <a:lnTo>
                    <a:pt x="31496" y="31496"/>
                  </a:lnTo>
                  <a:lnTo>
                    <a:pt x="314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792734" y="63500"/>
              <a:ext cx="31496" cy="31496"/>
            </a:xfrm>
            <a:custGeom>
              <a:avLst/>
              <a:gdLst/>
              <a:ahLst/>
              <a:cxnLst/>
              <a:rect l="l" t="t" r="r" b="b"/>
              <a:pathLst>
                <a:path w="31496" h="31496">
                  <a:moveTo>
                    <a:pt x="0" y="31496"/>
                  </a:moveTo>
                  <a:lnTo>
                    <a:pt x="31496" y="31496"/>
                  </a:lnTo>
                  <a:lnTo>
                    <a:pt x="314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19988" y="379476"/>
              <a:ext cx="44577" cy="44450"/>
            </a:xfrm>
            <a:custGeom>
              <a:avLst/>
              <a:gdLst/>
              <a:ahLst/>
              <a:cxnLst/>
              <a:rect l="l" t="t" r="r" b="b"/>
              <a:pathLst>
                <a:path w="44577" h="44450">
                  <a:moveTo>
                    <a:pt x="0" y="22225"/>
                  </a:moveTo>
                  <a:lnTo>
                    <a:pt x="22225" y="44450"/>
                  </a:lnTo>
                  <a:lnTo>
                    <a:pt x="44577" y="22225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52653" y="112268"/>
              <a:ext cx="44577" cy="44450"/>
            </a:xfrm>
            <a:custGeom>
              <a:avLst/>
              <a:gdLst/>
              <a:ahLst/>
              <a:cxnLst/>
              <a:rect l="l" t="t" r="r" b="b"/>
              <a:pathLst>
                <a:path w="44577" h="44450">
                  <a:moveTo>
                    <a:pt x="0" y="22225"/>
                  </a:moveTo>
                  <a:lnTo>
                    <a:pt x="22225" y="44450"/>
                  </a:lnTo>
                  <a:lnTo>
                    <a:pt x="44577" y="22225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52653" y="379476"/>
              <a:ext cx="44577" cy="44450"/>
            </a:xfrm>
            <a:custGeom>
              <a:avLst/>
              <a:gdLst/>
              <a:ahLst/>
              <a:cxnLst/>
              <a:rect l="l" t="t" r="r" b="b"/>
              <a:pathLst>
                <a:path w="44577" h="44450">
                  <a:moveTo>
                    <a:pt x="0" y="22225"/>
                  </a:moveTo>
                  <a:lnTo>
                    <a:pt x="22225" y="44450"/>
                  </a:lnTo>
                  <a:lnTo>
                    <a:pt x="44577" y="22225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919988" y="112268"/>
              <a:ext cx="44577" cy="44450"/>
            </a:xfrm>
            <a:custGeom>
              <a:avLst/>
              <a:gdLst/>
              <a:ahLst/>
              <a:cxnLst/>
              <a:rect l="l" t="t" r="r" b="b"/>
              <a:pathLst>
                <a:path w="44577" h="44450">
                  <a:moveTo>
                    <a:pt x="0" y="22225"/>
                  </a:moveTo>
                  <a:lnTo>
                    <a:pt x="22225" y="44450"/>
                  </a:lnTo>
                  <a:lnTo>
                    <a:pt x="44577" y="22225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25145" y="425577"/>
              <a:ext cx="110236" cy="110236"/>
            </a:xfrm>
            <a:custGeom>
              <a:avLst/>
              <a:gdLst/>
              <a:ahLst/>
              <a:cxnLst/>
              <a:rect l="l" t="t" r="r" b="b"/>
              <a:pathLst>
                <a:path w="110236" h="110236">
                  <a:moveTo>
                    <a:pt x="110236" y="110236"/>
                  </a:moveTo>
                  <a:lnTo>
                    <a:pt x="78740" y="110236"/>
                  </a:lnTo>
                  <a:lnTo>
                    <a:pt x="78740" y="31496"/>
                  </a:lnTo>
                  <a:lnTo>
                    <a:pt x="0" y="31496"/>
                  </a:lnTo>
                  <a:lnTo>
                    <a:pt x="0" y="0"/>
                  </a:lnTo>
                  <a:lnTo>
                    <a:pt x="94488" y="0"/>
                  </a:lnTo>
                  <a:cubicBezTo>
                    <a:pt x="98679" y="0"/>
                    <a:pt x="102616" y="1651"/>
                    <a:pt x="105664" y="4572"/>
                  </a:cubicBezTo>
                  <a:cubicBezTo>
                    <a:pt x="108585" y="7620"/>
                    <a:pt x="110236" y="11557"/>
                    <a:pt x="110236" y="15748"/>
                  </a:cubicBez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8453" y="477901"/>
              <a:ext cx="515366" cy="262636"/>
            </a:xfrm>
            <a:custGeom>
              <a:avLst/>
              <a:gdLst/>
              <a:ahLst/>
              <a:cxnLst/>
              <a:rect l="l" t="t" r="r" b="b"/>
              <a:pathLst>
                <a:path w="515366" h="262636">
                  <a:moveTo>
                    <a:pt x="0" y="262636"/>
                  </a:moveTo>
                  <a:lnTo>
                    <a:pt x="0" y="231140"/>
                  </a:lnTo>
                  <a:cubicBezTo>
                    <a:pt x="176403" y="230886"/>
                    <a:pt x="344805" y="157734"/>
                    <a:pt x="465328" y="28956"/>
                  </a:cubicBezTo>
                  <a:lnTo>
                    <a:pt x="492379" y="0"/>
                  </a:lnTo>
                  <a:lnTo>
                    <a:pt x="515366" y="21463"/>
                  </a:lnTo>
                  <a:lnTo>
                    <a:pt x="488315" y="50419"/>
                  </a:lnTo>
                  <a:cubicBezTo>
                    <a:pt x="361823" y="185547"/>
                    <a:pt x="185039" y="262382"/>
                    <a:pt x="0" y="262636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34112" y="207772"/>
              <a:ext cx="343789" cy="343789"/>
            </a:xfrm>
            <a:custGeom>
              <a:avLst/>
              <a:gdLst/>
              <a:ahLst/>
              <a:cxnLst/>
              <a:rect l="l" t="t" r="r" b="b"/>
              <a:pathLst>
                <a:path w="343789" h="343789">
                  <a:moveTo>
                    <a:pt x="343789" y="202184"/>
                  </a:moveTo>
                  <a:lnTo>
                    <a:pt x="343789" y="144272"/>
                  </a:lnTo>
                  <a:lnTo>
                    <a:pt x="308737" y="131826"/>
                  </a:lnTo>
                  <a:cubicBezTo>
                    <a:pt x="306070" y="123190"/>
                    <a:pt x="302641" y="114808"/>
                    <a:pt x="298323" y="106807"/>
                  </a:cubicBezTo>
                  <a:lnTo>
                    <a:pt x="314325" y="73025"/>
                  </a:lnTo>
                  <a:cubicBezTo>
                    <a:pt x="303022" y="57277"/>
                    <a:pt x="289179" y="43434"/>
                    <a:pt x="273431" y="32131"/>
                  </a:cubicBezTo>
                  <a:lnTo>
                    <a:pt x="239649" y="48133"/>
                  </a:lnTo>
                  <a:cubicBezTo>
                    <a:pt x="231648" y="43815"/>
                    <a:pt x="223266" y="40386"/>
                    <a:pt x="214630" y="37719"/>
                  </a:cubicBezTo>
                  <a:lnTo>
                    <a:pt x="202184" y="0"/>
                  </a:lnTo>
                  <a:lnTo>
                    <a:pt x="144272" y="0"/>
                  </a:lnTo>
                  <a:lnTo>
                    <a:pt x="131826" y="37719"/>
                  </a:lnTo>
                  <a:cubicBezTo>
                    <a:pt x="123063" y="40386"/>
                    <a:pt x="114681" y="43815"/>
                    <a:pt x="106680" y="48133"/>
                  </a:cubicBezTo>
                  <a:lnTo>
                    <a:pt x="73025" y="32131"/>
                  </a:lnTo>
                  <a:cubicBezTo>
                    <a:pt x="57150" y="43434"/>
                    <a:pt x="43307" y="57277"/>
                    <a:pt x="32004" y="73025"/>
                  </a:cubicBezTo>
                  <a:lnTo>
                    <a:pt x="48006" y="106807"/>
                  </a:lnTo>
                  <a:cubicBezTo>
                    <a:pt x="43815" y="114808"/>
                    <a:pt x="40259" y="123190"/>
                    <a:pt x="37592" y="131826"/>
                  </a:cubicBezTo>
                  <a:lnTo>
                    <a:pt x="0" y="144272"/>
                  </a:lnTo>
                  <a:lnTo>
                    <a:pt x="0" y="202184"/>
                  </a:lnTo>
                  <a:lnTo>
                    <a:pt x="37592" y="214630"/>
                  </a:lnTo>
                  <a:cubicBezTo>
                    <a:pt x="40259" y="223266"/>
                    <a:pt x="43815" y="231775"/>
                    <a:pt x="48006" y="239776"/>
                  </a:cubicBezTo>
                  <a:lnTo>
                    <a:pt x="32004" y="273431"/>
                  </a:lnTo>
                  <a:cubicBezTo>
                    <a:pt x="43307" y="289306"/>
                    <a:pt x="57150" y="303149"/>
                    <a:pt x="73025" y="314325"/>
                  </a:cubicBezTo>
                  <a:lnTo>
                    <a:pt x="106680" y="298323"/>
                  </a:lnTo>
                  <a:cubicBezTo>
                    <a:pt x="114681" y="302641"/>
                    <a:pt x="123063" y="306197"/>
                    <a:pt x="131826" y="308737"/>
                  </a:cubicBezTo>
                  <a:lnTo>
                    <a:pt x="144272" y="343789"/>
                  </a:lnTo>
                  <a:lnTo>
                    <a:pt x="202184" y="343789"/>
                  </a:lnTo>
                  <a:lnTo>
                    <a:pt x="214630" y="308737"/>
                  </a:lnTo>
                  <a:cubicBezTo>
                    <a:pt x="223266" y="306197"/>
                    <a:pt x="231648" y="302641"/>
                    <a:pt x="239649" y="298323"/>
                  </a:cubicBezTo>
                  <a:lnTo>
                    <a:pt x="273431" y="314325"/>
                  </a:lnTo>
                  <a:cubicBezTo>
                    <a:pt x="289179" y="303149"/>
                    <a:pt x="303022" y="289306"/>
                    <a:pt x="314325" y="273431"/>
                  </a:cubicBezTo>
                  <a:lnTo>
                    <a:pt x="298323" y="239776"/>
                  </a:lnTo>
                  <a:cubicBezTo>
                    <a:pt x="302641" y="231775"/>
                    <a:pt x="306070" y="223393"/>
                    <a:pt x="308737" y="214630"/>
                  </a:cubicBezTo>
                  <a:close/>
                  <a:moveTo>
                    <a:pt x="173228" y="251968"/>
                  </a:moveTo>
                  <a:cubicBezTo>
                    <a:pt x="129667" y="251968"/>
                    <a:pt x="94488" y="216789"/>
                    <a:pt x="94488" y="173228"/>
                  </a:cubicBezTo>
                  <a:cubicBezTo>
                    <a:pt x="94488" y="129794"/>
                    <a:pt x="129667" y="94488"/>
                    <a:pt x="173228" y="94488"/>
                  </a:cubicBezTo>
                  <a:cubicBezTo>
                    <a:pt x="216662" y="94488"/>
                    <a:pt x="251968" y="129794"/>
                    <a:pt x="251968" y="173228"/>
                  </a:cubicBezTo>
                  <a:cubicBezTo>
                    <a:pt x="251968" y="216789"/>
                    <a:pt x="216662" y="251968"/>
                    <a:pt x="173228" y="251968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500" y="536702"/>
              <a:ext cx="57150" cy="45593"/>
            </a:xfrm>
            <a:custGeom>
              <a:avLst/>
              <a:gdLst/>
              <a:ahLst/>
              <a:cxnLst/>
              <a:rect l="l" t="t" r="r" b="b"/>
              <a:pathLst>
                <a:path w="57150" h="45593">
                  <a:moveTo>
                    <a:pt x="0" y="15748"/>
                  </a:moveTo>
                  <a:lnTo>
                    <a:pt x="10033" y="45593"/>
                  </a:lnTo>
                  <a:lnTo>
                    <a:pt x="57150" y="29845"/>
                  </a:lnTo>
                  <a:lnTo>
                    <a:pt x="47244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79248" y="583946"/>
              <a:ext cx="104394" cy="61341"/>
            </a:xfrm>
            <a:custGeom>
              <a:avLst/>
              <a:gdLst/>
              <a:ahLst/>
              <a:cxnLst/>
              <a:rect l="l" t="t" r="r" b="b"/>
              <a:pathLst>
                <a:path w="104394" h="61341">
                  <a:moveTo>
                    <a:pt x="0" y="31496"/>
                  </a:moveTo>
                  <a:lnTo>
                    <a:pt x="10033" y="61341"/>
                  </a:lnTo>
                  <a:lnTo>
                    <a:pt x="104394" y="29845"/>
                  </a:lnTo>
                  <a:lnTo>
                    <a:pt x="94488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13988" y="3387290"/>
            <a:ext cx="1065743" cy="1071820"/>
            <a:chOff x="0" y="0"/>
            <a:chExt cx="1065733" cy="1071816"/>
          </a:xfrm>
        </p:grpSpPr>
        <p:sp>
          <p:nvSpPr>
            <p:cNvPr id="24" name="Freeform 24"/>
            <p:cNvSpPr/>
            <p:nvPr/>
          </p:nvSpPr>
          <p:spPr>
            <a:xfrm>
              <a:off x="63500" y="63500"/>
              <a:ext cx="365758" cy="335280"/>
            </a:xfrm>
            <a:custGeom>
              <a:avLst/>
              <a:gdLst/>
              <a:ahLst/>
              <a:cxnLst/>
              <a:rect l="l" t="t" r="r" b="b"/>
              <a:pathLst>
                <a:path w="365758" h="335280">
                  <a:moveTo>
                    <a:pt x="365758" y="0"/>
                  </a:moveTo>
                  <a:lnTo>
                    <a:pt x="220978" y="0"/>
                  </a:lnTo>
                  <a:lnTo>
                    <a:pt x="220978" y="121920"/>
                  </a:lnTo>
                  <a:lnTo>
                    <a:pt x="182879" y="91440"/>
                  </a:lnTo>
                  <a:lnTo>
                    <a:pt x="144779" y="121920"/>
                  </a:lnTo>
                  <a:lnTo>
                    <a:pt x="144779" y="0"/>
                  </a:lnTo>
                  <a:lnTo>
                    <a:pt x="0" y="0"/>
                  </a:lnTo>
                  <a:lnTo>
                    <a:pt x="0" y="335280"/>
                  </a:lnTo>
                  <a:lnTo>
                    <a:pt x="365758" y="33528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76859" y="612140"/>
              <a:ext cx="121919" cy="213233"/>
            </a:xfrm>
            <a:custGeom>
              <a:avLst/>
              <a:gdLst/>
              <a:ahLst/>
              <a:cxnLst/>
              <a:rect l="l" t="t" r="r" b="b"/>
              <a:pathLst>
                <a:path w="121919" h="213233">
                  <a:moveTo>
                    <a:pt x="0" y="213233"/>
                  </a:moveTo>
                  <a:lnTo>
                    <a:pt x="121919" y="213233"/>
                  </a:lnTo>
                  <a:lnTo>
                    <a:pt x="121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74978" y="459740"/>
              <a:ext cx="121919" cy="365633"/>
            </a:xfrm>
            <a:custGeom>
              <a:avLst/>
              <a:gdLst/>
              <a:ahLst/>
              <a:cxnLst/>
              <a:rect l="l" t="t" r="r" b="b"/>
              <a:pathLst>
                <a:path w="121919" h="365633">
                  <a:moveTo>
                    <a:pt x="0" y="365633"/>
                  </a:moveTo>
                  <a:lnTo>
                    <a:pt x="121919" y="365633"/>
                  </a:lnTo>
                  <a:lnTo>
                    <a:pt x="1219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627250" y="200660"/>
              <a:ext cx="213359" cy="624840"/>
            </a:xfrm>
            <a:custGeom>
              <a:avLst/>
              <a:gdLst/>
              <a:ahLst/>
              <a:cxnLst/>
              <a:rect l="l" t="t" r="r" b="b"/>
              <a:pathLst>
                <a:path w="213359" h="624840">
                  <a:moveTo>
                    <a:pt x="167639" y="624840"/>
                  </a:moveTo>
                  <a:lnTo>
                    <a:pt x="167639" y="137160"/>
                  </a:lnTo>
                  <a:lnTo>
                    <a:pt x="213359" y="137160"/>
                  </a:lnTo>
                  <a:lnTo>
                    <a:pt x="106679" y="0"/>
                  </a:lnTo>
                  <a:lnTo>
                    <a:pt x="0" y="137160"/>
                  </a:lnTo>
                  <a:lnTo>
                    <a:pt x="45719" y="137160"/>
                  </a:lnTo>
                  <a:lnTo>
                    <a:pt x="45719" y="62484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9742" y="642747"/>
              <a:ext cx="932516" cy="365633"/>
            </a:xfrm>
            <a:custGeom>
              <a:avLst/>
              <a:gdLst/>
              <a:ahLst/>
              <a:cxnLst/>
              <a:rect l="l" t="t" r="r" b="b"/>
              <a:pathLst>
                <a:path w="932516" h="365633">
                  <a:moveTo>
                    <a:pt x="897612" y="40005"/>
                  </a:moveTo>
                  <a:cubicBezTo>
                    <a:pt x="894691" y="17145"/>
                    <a:pt x="875260" y="0"/>
                    <a:pt x="852273" y="0"/>
                  </a:cubicBezTo>
                  <a:lnTo>
                    <a:pt x="755754" y="0"/>
                  </a:lnTo>
                  <a:lnTo>
                    <a:pt x="755754" y="29464"/>
                  </a:lnTo>
                  <a:lnTo>
                    <a:pt x="823952" y="29464"/>
                  </a:lnTo>
                  <a:lnTo>
                    <a:pt x="862433" y="336169"/>
                  </a:lnTo>
                  <a:lnTo>
                    <a:pt x="69957" y="336169"/>
                  </a:lnTo>
                  <a:lnTo>
                    <a:pt x="108438" y="29464"/>
                  </a:lnTo>
                  <a:lnTo>
                    <a:pt x="176637" y="29464"/>
                  </a:lnTo>
                  <a:lnTo>
                    <a:pt x="176637" y="0"/>
                  </a:lnTo>
                  <a:lnTo>
                    <a:pt x="79990" y="0"/>
                  </a:lnTo>
                  <a:cubicBezTo>
                    <a:pt x="57003" y="0"/>
                    <a:pt x="37572" y="17145"/>
                    <a:pt x="34651" y="40005"/>
                  </a:cubicBezTo>
                  <a:lnTo>
                    <a:pt x="362" y="314198"/>
                  </a:lnTo>
                  <a:cubicBezTo>
                    <a:pt x="-1289" y="327152"/>
                    <a:pt x="2775" y="340360"/>
                    <a:pt x="11411" y="350139"/>
                  </a:cubicBezTo>
                  <a:cubicBezTo>
                    <a:pt x="20047" y="359918"/>
                    <a:pt x="32619" y="365633"/>
                    <a:pt x="45700" y="365633"/>
                  </a:cubicBezTo>
                  <a:lnTo>
                    <a:pt x="886817" y="365633"/>
                  </a:lnTo>
                  <a:cubicBezTo>
                    <a:pt x="899898" y="365633"/>
                    <a:pt x="912344" y="359918"/>
                    <a:pt x="921107" y="350139"/>
                  </a:cubicBezTo>
                  <a:cubicBezTo>
                    <a:pt x="929743" y="340233"/>
                    <a:pt x="933807" y="327152"/>
                    <a:pt x="932156" y="314198"/>
                  </a:cubicBez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68602" y="3387319"/>
            <a:ext cx="1038139" cy="1071820"/>
            <a:chOff x="0" y="0"/>
            <a:chExt cx="1038136" cy="1071816"/>
          </a:xfrm>
        </p:grpSpPr>
        <p:sp>
          <p:nvSpPr>
            <p:cNvPr id="32" name="Freeform 32"/>
            <p:cNvSpPr/>
            <p:nvPr/>
          </p:nvSpPr>
          <p:spPr>
            <a:xfrm>
              <a:off x="535875" y="198374"/>
              <a:ext cx="438724" cy="277019"/>
            </a:xfrm>
            <a:custGeom>
              <a:avLst/>
              <a:gdLst/>
              <a:ahLst/>
              <a:cxnLst/>
              <a:rect l="l" t="t" r="r" b="b"/>
              <a:pathLst>
                <a:path w="438724" h="277019">
                  <a:moveTo>
                    <a:pt x="421832" y="0"/>
                  </a:moveTo>
                  <a:lnTo>
                    <a:pt x="330265" y="0"/>
                  </a:lnTo>
                  <a:cubicBezTo>
                    <a:pt x="307913" y="381"/>
                    <a:pt x="308040" y="33401"/>
                    <a:pt x="330265" y="33782"/>
                  </a:cubicBezTo>
                  <a:lnTo>
                    <a:pt x="381065" y="33782"/>
                  </a:lnTo>
                  <a:lnTo>
                    <a:pt x="227522" y="187452"/>
                  </a:lnTo>
                  <a:lnTo>
                    <a:pt x="158434" y="118491"/>
                  </a:lnTo>
                  <a:cubicBezTo>
                    <a:pt x="151830" y="111887"/>
                    <a:pt x="141162" y="111887"/>
                    <a:pt x="134558" y="118491"/>
                  </a:cubicBezTo>
                  <a:lnTo>
                    <a:pt x="5018" y="248031"/>
                  </a:lnTo>
                  <a:cubicBezTo>
                    <a:pt x="-10349" y="263398"/>
                    <a:pt x="13019" y="287655"/>
                    <a:pt x="28894" y="271907"/>
                  </a:cubicBezTo>
                  <a:lnTo>
                    <a:pt x="146496" y="154178"/>
                  </a:lnTo>
                  <a:lnTo>
                    <a:pt x="215584" y="223266"/>
                  </a:lnTo>
                  <a:cubicBezTo>
                    <a:pt x="222188" y="229870"/>
                    <a:pt x="232856" y="229870"/>
                    <a:pt x="239460" y="223266"/>
                  </a:cubicBezTo>
                  <a:lnTo>
                    <a:pt x="404941" y="57658"/>
                  </a:lnTo>
                  <a:lnTo>
                    <a:pt x="404941" y="108585"/>
                  </a:lnTo>
                  <a:cubicBezTo>
                    <a:pt x="404941" y="117983"/>
                    <a:pt x="412561" y="125476"/>
                    <a:pt x="421832" y="125476"/>
                  </a:cubicBezTo>
                  <a:cubicBezTo>
                    <a:pt x="431103" y="125476"/>
                    <a:pt x="438723" y="117983"/>
                    <a:pt x="438723" y="108585"/>
                  </a:cubicBezTo>
                  <a:lnTo>
                    <a:pt x="438723" y="17018"/>
                  </a:lnTo>
                  <a:cubicBezTo>
                    <a:pt x="438723" y="7620"/>
                    <a:pt x="431103" y="127"/>
                    <a:pt x="421832" y="127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47828" y="63500"/>
              <a:ext cx="371221" cy="185547"/>
            </a:xfrm>
            <a:custGeom>
              <a:avLst/>
              <a:gdLst/>
              <a:ahLst/>
              <a:cxnLst/>
              <a:rect l="l" t="t" r="r" b="b"/>
              <a:pathLst>
                <a:path w="371221" h="185547">
                  <a:moveTo>
                    <a:pt x="33782" y="185547"/>
                  </a:moveTo>
                  <a:lnTo>
                    <a:pt x="337439" y="185547"/>
                  </a:lnTo>
                  <a:cubicBezTo>
                    <a:pt x="355981" y="185547"/>
                    <a:pt x="371221" y="170307"/>
                    <a:pt x="371221" y="151765"/>
                  </a:cubicBezTo>
                  <a:lnTo>
                    <a:pt x="371221" y="33655"/>
                  </a:lnTo>
                  <a:cubicBezTo>
                    <a:pt x="371221" y="15113"/>
                    <a:pt x="355981" y="0"/>
                    <a:pt x="337439" y="0"/>
                  </a:cubicBezTo>
                  <a:lnTo>
                    <a:pt x="303657" y="0"/>
                  </a:lnTo>
                  <a:cubicBezTo>
                    <a:pt x="285115" y="0"/>
                    <a:pt x="270002" y="15113"/>
                    <a:pt x="270002" y="33655"/>
                  </a:cubicBezTo>
                  <a:lnTo>
                    <a:pt x="270002" y="67437"/>
                  </a:lnTo>
                  <a:lnTo>
                    <a:pt x="236220" y="67437"/>
                  </a:lnTo>
                  <a:lnTo>
                    <a:pt x="236220" y="33655"/>
                  </a:lnTo>
                  <a:cubicBezTo>
                    <a:pt x="236220" y="15113"/>
                    <a:pt x="221107" y="0"/>
                    <a:pt x="202438" y="0"/>
                  </a:cubicBezTo>
                  <a:lnTo>
                    <a:pt x="168783" y="0"/>
                  </a:lnTo>
                  <a:cubicBezTo>
                    <a:pt x="150241" y="0"/>
                    <a:pt x="135001" y="15113"/>
                    <a:pt x="135001" y="33655"/>
                  </a:cubicBezTo>
                  <a:lnTo>
                    <a:pt x="135001" y="67437"/>
                  </a:lnTo>
                  <a:lnTo>
                    <a:pt x="101219" y="67437"/>
                  </a:lnTo>
                  <a:lnTo>
                    <a:pt x="101219" y="33655"/>
                  </a:lnTo>
                  <a:cubicBezTo>
                    <a:pt x="101219" y="15113"/>
                    <a:pt x="86106" y="0"/>
                    <a:pt x="67564" y="0"/>
                  </a:cubicBezTo>
                  <a:lnTo>
                    <a:pt x="33782" y="0"/>
                  </a:lnTo>
                  <a:cubicBezTo>
                    <a:pt x="15240" y="0"/>
                    <a:pt x="0" y="15113"/>
                    <a:pt x="0" y="33655"/>
                  </a:cubicBezTo>
                  <a:lnTo>
                    <a:pt x="0" y="151765"/>
                  </a:lnTo>
                  <a:cubicBezTo>
                    <a:pt x="0" y="170307"/>
                    <a:pt x="15240" y="185547"/>
                    <a:pt x="33782" y="185547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81610" y="282829"/>
              <a:ext cx="303658" cy="67437"/>
            </a:xfrm>
            <a:custGeom>
              <a:avLst/>
              <a:gdLst/>
              <a:ahLst/>
              <a:cxnLst/>
              <a:rect l="l" t="t" r="r" b="b"/>
              <a:pathLst>
                <a:path w="303658" h="67437">
                  <a:moveTo>
                    <a:pt x="33782" y="67437"/>
                  </a:moveTo>
                  <a:lnTo>
                    <a:pt x="270002" y="67437"/>
                  </a:lnTo>
                  <a:cubicBezTo>
                    <a:pt x="288290" y="67437"/>
                    <a:pt x="303784" y="52451"/>
                    <a:pt x="303657" y="33655"/>
                  </a:cubicBezTo>
                  <a:lnTo>
                    <a:pt x="303657" y="0"/>
                  </a:lnTo>
                  <a:lnTo>
                    <a:pt x="0" y="0"/>
                  </a:lnTo>
                  <a:lnTo>
                    <a:pt x="0" y="33655"/>
                  </a:lnTo>
                  <a:cubicBezTo>
                    <a:pt x="0" y="52451"/>
                    <a:pt x="15494" y="67437"/>
                    <a:pt x="33782" y="67437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14173" y="788923"/>
              <a:ext cx="334391" cy="67437"/>
            </a:xfrm>
            <a:custGeom>
              <a:avLst/>
              <a:gdLst/>
              <a:ahLst/>
              <a:cxnLst/>
              <a:rect l="l" t="t" r="r" b="b"/>
              <a:pathLst>
                <a:path w="334391" h="67437">
                  <a:moveTo>
                    <a:pt x="327279" y="40767"/>
                  </a:moveTo>
                  <a:cubicBezTo>
                    <a:pt x="324739" y="27178"/>
                    <a:pt x="322453" y="13843"/>
                    <a:pt x="321564" y="0"/>
                  </a:cubicBezTo>
                  <a:lnTo>
                    <a:pt x="33782" y="0"/>
                  </a:lnTo>
                  <a:cubicBezTo>
                    <a:pt x="15113" y="0"/>
                    <a:pt x="0" y="15113"/>
                    <a:pt x="0" y="33655"/>
                  </a:cubicBezTo>
                  <a:lnTo>
                    <a:pt x="0" y="67437"/>
                  </a:lnTo>
                  <a:lnTo>
                    <a:pt x="334391" y="67437"/>
                  </a:lnTo>
                  <a:cubicBezTo>
                    <a:pt x="331597" y="58801"/>
                    <a:pt x="329311" y="50038"/>
                    <a:pt x="327279" y="40767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63500" y="890142"/>
              <a:ext cx="507365" cy="118110"/>
            </a:xfrm>
            <a:custGeom>
              <a:avLst/>
              <a:gdLst/>
              <a:ahLst/>
              <a:cxnLst/>
              <a:rect l="l" t="t" r="r" b="b"/>
              <a:pathLst>
                <a:path w="507365" h="118110">
                  <a:moveTo>
                    <a:pt x="417449" y="35433"/>
                  </a:moveTo>
                  <a:cubicBezTo>
                    <a:pt x="410210" y="24511"/>
                    <a:pt x="403606" y="12700"/>
                    <a:pt x="398018" y="0"/>
                  </a:cubicBezTo>
                  <a:lnTo>
                    <a:pt x="33782" y="0"/>
                  </a:lnTo>
                  <a:cubicBezTo>
                    <a:pt x="15240" y="0"/>
                    <a:pt x="0" y="15240"/>
                    <a:pt x="0" y="33782"/>
                  </a:cubicBezTo>
                  <a:lnTo>
                    <a:pt x="0" y="84328"/>
                  </a:lnTo>
                  <a:cubicBezTo>
                    <a:pt x="0" y="102870"/>
                    <a:pt x="15240" y="118110"/>
                    <a:pt x="33782" y="118110"/>
                  </a:cubicBezTo>
                  <a:lnTo>
                    <a:pt x="507365" y="118110"/>
                  </a:lnTo>
                  <a:cubicBezTo>
                    <a:pt x="470916" y="98044"/>
                    <a:pt x="440182" y="69977"/>
                    <a:pt x="417449" y="35433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54940" y="383540"/>
              <a:ext cx="335915" cy="371602"/>
            </a:xfrm>
            <a:custGeom>
              <a:avLst/>
              <a:gdLst/>
              <a:ahLst/>
              <a:cxnLst/>
              <a:rect l="l" t="t" r="r" b="b"/>
              <a:pathLst>
                <a:path w="335915" h="371602">
                  <a:moveTo>
                    <a:pt x="280416" y="371601"/>
                  </a:moveTo>
                  <a:cubicBezTo>
                    <a:pt x="283464" y="318007"/>
                    <a:pt x="303276" y="266318"/>
                    <a:pt x="335915" y="223774"/>
                  </a:cubicBezTo>
                  <a:lnTo>
                    <a:pt x="303911" y="0"/>
                  </a:lnTo>
                  <a:cubicBezTo>
                    <a:pt x="301498" y="381"/>
                    <a:pt x="298958" y="381"/>
                    <a:pt x="296545" y="381"/>
                  </a:cubicBezTo>
                  <a:lnTo>
                    <a:pt x="60452" y="381"/>
                  </a:lnTo>
                  <a:cubicBezTo>
                    <a:pt x="58039" y="381"/>
                    <a:pt x="55499" y="381"/>
                    <a:pt x="53213" y="0"/>
                  </a:cubicBezTo>
                  <a:lnTo>
                    <a:pt x="0" y="371601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68652" y="535679"/>
              <a:ext cx="471088" cy="472637"/>
            </a:xfrm>
            <a:custGeom>
              <a:avLst/>
              <a:gdLst/>
              <a:ahLst/>
              <a:cxnLst/>
              <a:rect l="l" t="t" r="r" b="b"/>
              <a:pathLst>
                <a:path w="471088" h="472637">
                  <a:moveTo>
                    <a:pt x="236071" y="7"/>
                  </a:moveTo>
                  <a:cubicBezTo>
                    <a:pt x="99419" y="-1009"/>
                    <a:pt x="-10944" y="120530"/>
                    <a:pt x="867" y="253244"/>
                  </a:cubicBezTo>
                  <a:cubicBezTo>
                    <a:pt x="7217" y="362972"/>
                    <a:pt x="92561" y="458349"/>
                    <a:pt x="201654" y="470414"/>
                  </a:cubicBezTo>
                  <a:cubicBezTo>
                    <a:pt x="525504" y="509403"/>
                    <a:pt x="581765" y="22994"/>
                    <a:pt x="236071" y="7"/>
                  </a:cubicBezTo>
                  <a:moveTo>
                    <a:pt x="236071" y="406279"/>
                  </a:moveTo>
                  <a:cubicBezTo>
                    <a:pt x="143107" y="406279"/>
                    <a:pt x="67415" y="330206"/>
                    <a:pt x="67415" y="236988"/>
                  </a:cubicBezTo>
                  <a:cubicBezTo>
                    <a:pt x="76813" y="12326"/>
                    <a:pt x="395329" y="12453"/>
                    <a:pt x="404727" y="236988"/>
                  </a:cubicBezTo>
                  <a:cubicBezTo>
                    <a:pt x="404727" y="330206"/>
                    <a:pt x="329035" y="406279"/>
                    <a:pt x="236071" y="406279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569722" y="637286"/>
              <a:ext cx="270002" cy="270160"/>
            </a:xfrm>
            <a:custGeom>
              <a:avLst/>
              <a:gdLst/>
              <a:ahLst/>
              <a:cxnLst/>
              <a:rect l="l" t="t" r="r" b="b"/>
              <a:pathLst>
                <a:path w="270002" h="270160">
                  <a:moveTo>
                    <a:pt x="135001" y="0"/>
                  </a:moveTo>
                  <a:cubicBezTo>
                    <a:pt x="60579" y="0"/>
                    <a:pt x="0" y="60705"/>
                    <a:pt x="0" y="135381"/>
                  </a:cubicBezTo>
                  <a:cubicBezTo>
                    <a:pt x="7493" y="315086"/>
                    <a:pt x="262509" y="315086"/>
                    <a:pt x="270002" y="135381"/>
                  </a:cubicBezTo>
                  <a:cubicBezTo>
                    <a:pt x="270002" y="60705"/>
                    <a:pt x="209423" y="0"/>
                    <a:pt x="135001" y="0"/>
                  </a:cubicBezTo>
                  <a:moveTo>
                    <a:pt x="125095" y="118490"/>
                  </a:moveTo>
                  <a:lnTo>
                    <a:pt x="144907" y="118490"/>
                  </a:lnTo>
                  <a:cubicBezTo>
                    <a:pt x="202184" y="119506"/>
                    <a:pt x="208026" y="202056"/>
                    <a:pt x="151892" y="211454"/>
                  </a:cubicBezTo>
                  <a:cubicBezTo>
                    <a:pt x="155575" y="240918"/>
                    <a:pt x="114935" y="241553"/>
                    <a:pt x="118110" y="211962"/>
                  </a:cubicBezTo>
                  <a:lnTo>
                    <a:pt x="95377" y="211962"/>
                  </a:lnTo>
                  <a:cubicBezTo>
                    <a:pt x="86106" y="211962"/>
                    <a:pt x="78486" y="204342"/>
                    <a:pt x="78486" y="194944"/>
                  </a:cubicBezTo>
                  <a:cubicBezTo>
                    <a:pt x="78486" y="185546"/>
                    <a:pt x="86106" y="178053"/>
                    <a:pt x="95377" y="178053"/>
                  </a:cubicBezTo>
                  <a:lnTo>
                    <a:pt x="144907" y="178053"/>
                  </a:lnTo>
                  <a:cubicBezTo>
                    <a:pt x="161671" y="178053"/>
                    <a:pt x="161671" y="152399"/>
                    <a:pt x="144907" y="152399"/>
                  </a:cubicBezTo>
                  <a:lnTo>
                    <a:pt x="125095" y="152399"/>
                  </a:lnTo>
                  <a:cubicBezTo>
                    <a:pt x="67818" y="151256"/>
                    <a:pt x="61976" y="68833"/>
                    <a:pt x="118110" y="59435"/>
                  </a:cubicBezTo>
                  <a:cubicBezTo>
                    <a:pt x="114300" y="29971"/>
                    <a:pt x="155067" y="29336"/>
                    <a:pt x="151892" y="58927"/>
                  </a:cubicBezTo>
                  <a:lnTo>
                    <a:pt x="174625" y="58927"/>
                  </a:lnTo>
                  <a:cubicBezTo>
                    <a:pt x="196850" y="59308"/>
                    <a:pt x="196850" y="92328"/>
                    <a:pt x="174625" y="92709"/>
                  </a:cubicBezTo>
                  <a:lnTo>
                    <a:pt x="125095" y="92709"/>
                  </a:lnTo>
                  <a:cubicBezTo>
                    <a:pt x="108331" y="92836"/>
                    <a:pt x="108331" y="118363"/>
                    <a:pt x="125095" y="118490"/>
                  </a:cubicBezTo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Freeform 42"/>
          <p:cNvSpPr/>
          <p:nvPr/>
        </p:nvSpPr>
        <p:spPr>
          <a:xfrm>
            <a:off x="14223349" y="3387281"/>
            <a:ext cx="1057847" cy="1071801"/>
          </a:xfrm>
          <a:custGeom>
            <a:avLst/>
            <a:gdLst/>
            <a:ahLst/>
            <a:cxnLst/>
            <a:rect l="l" t="t" r="r" b="b"/>
            <a:pathLst>
              <a:path w="1057847" h="1071801">
                <a:moveTo>
                  <a:pt x="0" y="0"/>
                </a:moveTo>
                <a:lnTo>
                  <a:pt x="1057847" y="0"/>
                </a:lnTo>
                <a:lnTo>
                  <a:pt x="1057847" y="1071800"/>
                </a:lnTo>
                <a:lnTo>
                  <a:pt x="0" y="107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3" name="Group 43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18181" y="257242"/>
            <a:ext cx="848039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07.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2868" y="4808487"/>
            <a:ext cx="3222536" cy="176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90" spc="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Capitalize on High-Performing Categories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•Prioritize investment in top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77539" y="4808487"/>
            <a:ext cx="3169101" cy="134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Target High-Growth Regions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•Focus marketing and sales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32191" y="4808487"/>
            <a:ext cx="2633967" cy="134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Reﬁne Pricing Strategies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•Continuously monitor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86852" y="4808487"/>
            <a:ext cx="2662266" cy="134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Enhance Order Fulﬁllment </a:t>
            </a:r>
          </a:p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•Streamline logistics to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16149" y="6553152"/>
            <a:ext cx="2547471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revenue categories like Sets and Kurtas.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70811" y="6141996"/>
            <a:ext cx="2855881" cy="89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 states with strong sales such as Maharashtra and Karnataka.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25463" y="6141996"/>
            <a:ext cx="2564149" cy="90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competitor pricing to maintain a </a:t>
            </a:r>
            <a:r>
              <a:rPr lang="en-US" sz="1790" b="1">
                <a:solidFill>
                  <a:srgbClr val="2B57D9"/>
                </a:solidFill>
                <a:latin typeface="Lora Bold"/>
                <a:ea typeface="Lora Bold"/>
                <a:cs typeface="Lora Bold"/>
                <a:sym typeface="Lora Bold"/>
              </a:rPr>
              <a:t>competitive edge</a:t>
            </a: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.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32191" y="7013972"/>
            <a:ext cx="3053020" cy="34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•Adjust prices for products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025463" y="7324249"/>
            <a:ext cx="3002928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with signiﬁcant cross-platform differences.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480124" y="6141996"/>
            <a:ext cx="2744591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reduce cancellations and improve delivery rates.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2868" y="1721158"/>
            <a:ext cx="9606601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Strategic Recommendations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8181" y="3219955"/>
            <a:ext cx="4831718" cy="5156454"/>
            <a:chOff x="0" y="0"/>
            <a:chExt cx="4831715" cy="51564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31715" cy="5156454"/>
            </a:xfrm>
            <a:custGeom>
              <a:avLst/>
              <a:gdLst/>
              <a:ahLst/>
              <a:cxnLst/>
              <a:rect l="l" t="t" r="r" b="b"/>
              <a:pathLst>
                <a:path w="4831715" h="5156454">
                  <a:moveTo>
                    <a:pt x="190500" y="0"/>
                  </a:moveTo>
                  <a:lnTo>
                    <a:pt x="4641215" y="0"/>
                  </a:lnTo>
                  <a:cubicBezTo>
                    <a:pt x="4644263" y="0"/>
                    <a:pt x="4647438" y="127"/>
                    <a:pt x="4650486" y="254"/>
                  </a:cubicBezTo>
                  <a:cubicBezTo>
                    <a:pt x="4653661" y="381"/>
                    <a:pt x="4656709" y="635"/>
                    <a:pt x="4659884" y="889"/>
                  </a:cubicBezTo>
                  <a:cubicBezTo>
                    <a:pt x="4662932" y="1270"/>
                    <a:pt x="4665980" y="1651"/>
                    <a:pt x="4669155" y="2032"/>
                  </a:cubicBezTo>
                  <a:cubicBezTo>
                    <a:pt x="4672203" y="2540"/>
                    <a:pt x="4675251" y="3048"/>
                    <a:pt x="4678299" y="3683"/>
                  </a:cubicBezTo>
                  <a:cubicBezTo>
                    <a:pt x="4681347" y="4318"/>
                    <a:pt x="4684395" y="4953"/>
                    <a:pt x="4687443" y="5715"/>
                  </a:cubicBezTo>
                  <a:cubicBezTo>
                    <a:pt x="4690491" y="6477"/>
                    <a:pt x="4693412" y="7239"/>
                    <a:pt x="4696460" y="8255"/>
                  </a:cubicBezTo>
                  <a:cubicBezTo>
                    <a:pt x="4699381" y="9144"/>
                    <a:pt x="4702429" y="10033"/>
                    <a:pt x="4705350" y="11176"/>
                  </a:cubicBezTo>
                  <a:cubicBezTo>
                    <a:pt x="4708271" y="12192"/>
                    <a:pt x="4711192" y="13335"/>
                    <a:pt x="4713986" y="14478"/>
                  </a:cubicBezTo>
                  <a:cubicBezTo>
                    <a:pt x="4716907" y="15748"/>
                    <a:pt x="4719828" y="17018"/>
                    <a:pt x="4722622" y="18288"/>
                  </a:cubicBezTo>
                  <a:cubicBezTo>
                    <a:pt x="4725416" y="19558"/>
                    <a:pt x="4728210" y="20955"/>
                    <a:pt x="4731004" y="22479"/>
                  </a:cubicBezTo>
                  <a:cubicBezTo>
                    <a:pt x="4733798" y="24003"/>
                    <a:pt x="4736465" y="25527"/>
                    <a:pt x="4739132" y="27051"/>
                  </a:cubicBezTo>
                  <a:cubicBezTo>
                    <a:pt x="4741799" y="28702"/>
                    <a:pt x="4744339" y="30353"/>
                    <a:pt x="4747006" y="32131"/>
                  </a:cubicBezTo>
                  <a:cubicBezTo>
                    <a:pt x="4749546" y="33782"/>
                    <a:pt x="4752086" y="35687"/>
                    <a:pt x="4754626" y="37465"/>
                  </a:cubicBezTo>
                  <a:cubicBezTo>
                    <a:pt x="4757166" y="39243"/>
                    <a:pt x="4759579" y="41275"/>
                    <a:pt x="4761992" y="43180"/>
                  </a:cubicBezTo>
                  <a:cubicBezTo>
                    <a:pt x="4764405" y="45085"/>
                    <a:pt x="4766818" y="47244"/>
                    <a:pt x="4769104" y="49403"/>
                  </a:cubicBezTo>
                  <a:cubicBezTo>
                    <a:pt x="4771390" y="51435"/>
                    <a:pt x="4773676" y="53594"/>
                    <a:pt x="4775835" y="55753"/>
                  </a:cubicBezTo>
                  <a:cubicBezTo>
                    <a:pt x="4778121" y="58039"/>
                    <a:pt x="4780153" y="60198"/>
                    <a:pt x="4782312" y="62611"/>
                  </a:cubicBezTo>
                  <a:cubicBezTo>
                    <a:pt x="4784344" y="64897"/>
                    <a:pt x="4786376" y="67183"/>
                    <a:pt x="4788408" y="69596"/>
                  </a:cubicBezTo>
                  <a:cubicBezTo>
                    <a:pt x="4790440" y="72009"/>
                    <a:pt x="4792345" y="74549"/>
                    <a:pt x="4794123" y="77089"/>
                  </a:cubicBezTo>
                  <a:cubicBezTo>
                    <a:pt x="4796028" y="79502"/>
                    <a:pt x="4797806" y="82042"/>
                    <a:pt x="4799584" y="84709"/>
                  </a:cubicBezTo>
                  <a:cubicBezTo>
                    <a:pt x="4801235" y="87249"/>
                    <a:pt x="4802886" y="89916"/>
                    <a:pt x="4804537" y="92583"/>
                  </a:cubicBezTo>
                  <a:cubicBezTo>
                    <a:pt x="4806188" y="95250"/>
                    <a:pt x="4807712" y="97917"/>
                    <a:pt x="4809109" y="100711"/>
                  </a:cubicBezTo>
                  <a:cubicBezTo>
                    <a:pt x="4810506" y="103505"/>
                    <a:pt x="4812030" y="106172"/>
                    <a:pt x="4813427" y="109093"/>
                  </a:cubicBezTo>
                  <a:cubicBezTo>
                    <a:pt x="4814697" y="111887"/>
                    <a:pt x="4815967" y="114681"/>
                    <a:pt x="4817110" y="117602"/>
                  </a:cubicBezTo>
                  <a:cubicBezTo>
                    <a:pt x="4818380" y="120523"/>
                    <a:pt x="4819396" y="123444"/>
                    <a:pt x="4820539" y="126365"/>
                  </a:cubicBezTo>
                  <a:cubicBezTo>
                    <a:pt x="4821555" y="129286"/>
                    <a:pt x="4822571" y="132207"/>
                    <a:pt x="4823460" y="135255"/>
                  </a:cubicBezTo>
                  <a:cubicBezTo>
                    <a:pt x="4824349" y="138176"/>
                    <a:pt x="4825238" y="141224"/>
                    <a:pt x="4826000" y="144145"/>
                  </a:cubicBezTo>
                  <a:cubicBezTo>
                    <a:pt x="4826635" y="147193"/>
                    <a:pt x="4827397" y="150241"/>
                    <a:pt x="4828032" y="153289"/>
                  </a:cubicBezTo>
                  <a:cubicBezTo>
                    <a:pt x="4828540" y="156337"/>
                    <a:pt x="4829175" y="159512"/>
                    <a:pt x="4829556" y="162560"/>
                  </a:cubicBezTo>
                  <a:cubicBezTo>
                    <a:pt x="4830064" y="165608"/>
                    <a:pt x="4830445" y="168656"/>
                    <a:pt x="4830699" y="171831"/>
                  </a:cubicBezTo>
                  <a:cubicBezTo>
                    <a:pt x="4831080" y="174879"/>
                    <a:pt x="4831334" y="178054"/>
                    <a:pt x="4831461" y="181102"/>
                  </a:cubicBezTo>
                  <a:cubicBezTo>
                    <a:pt x="4831588" y="184277"/>
                    <a:pt x="4831715" y="187452"/>
                    <a:pt x="4831715" y="190500"/>
                  </a:cubicBezTo>
                  <a:lnTo>
                    <a:pt x="4831715" y="4965954"/>
                  </a:lnTo>
                  <a:cubicBezTo>
                    <a:pt x="4831715" y="4969002"/>
                    <a:pt x="4831588" y="4972177"/>
                    <a:pt x="4831461" y="4975225"/>
                  </a:cubicBezTo>
                  <a:cubicBezTo>
                    <a:pt x="4831334" y="4978400"/>
                    <a:pt x="4831080" y="4981448"/>
                    <a:pt x="4830699" y="4984623"/>
                  </a:cubicBezTo>
                  <a:cubicBezTo>
                    <a:pt x="4830445" y="4987671"/>
                    <a:pt x="4830064" y="4990846"/>
                    <a:pt x="4829556" y="4993894"/>
                  </a:cubicBezTo>
                  <a:cubicBezTo>
                    <a:pt x="4829175" y="4996942"/>
                    <a:pt x="4828540" y="4999990"/>
                    <a:pt x="4828032" y="5003038"/>
                  </a:cubicBezTo>
                  <a:cubicBezTo>
                    <a:pt x="4827397" y="5006086"/>
                    <a:pt x="4826635" y="5009134"/>
                    <a:pt x="4826000" y="5012182"/>
                  </a:cubicBezTo>
                  <a:cubicBezTo>
                    <a:pt x="4825238" y="5015230"/>
                    <a:pt x="4824349" y="5018278"/>
                    <a:pt x="4823460" y="5021199"/>
                  </a:cubicBezTo>
                  <a:cubicBezTo>
                    <a:pt x="4822571" y="5024247"/>
                    <a:pt x="4821555" y="5027168"/>
                    <a:pt x="4820539" y="5030089"/>
                  </a:cubicBezTo>
                  <a:cubicBezTo>
                    <a:pt x="4819396" y="5033010"/>
                    <a:pt x="4818380" y="5035931"/>
                    <a:pt x="4817110" y="5038852"/>
                  </a:cubicBezTo>
                  <a:cubicBezTo>
                    <a:pt x="4815967" y="5041646"/>
                    <a:pt x="4814697" y="5044567"/>
                    <a:pt x="4813427" y="5047361"/>
                  </a:cubicBezTo>
                  <a:cubicBezTo>
                    <a:pt x="4812030" y="5050155"/>
                    <a:pt x="4810633" y="5052949"/>
                    <a:pt x="4809109" y="5055743"/>
                  </a:cubicBezTo>
                  <a:cubicBezTo>
                    <a:pt x="4807712" y="5058410"/>
                    <a:pt x="4806188" y="5061204"/>
                    <a:pt x="4804537" y="5063871"/>
                  </a:cubicBezTo>
                  <a:cubicBezTo>
                    <a:pt x="4802886" y="5066538"/>
                    <a:pt x="4801235" y="5069205"/>
                    <a:pt x="4799584" y="5071745"/>
                  </a:cubicBezTo>
                  <a:cubicBezTo>
                    <a:pt x="4797806" y="5074285"/>
                    <a:pt x="4796028" y="5076952"/>
                    <a:pt x="4794123" y="5079365"/>
                  </a:cubicBezTo>
                  <a:cubicBezTo>
                    <a:pt x="4792345" y="5081905"/>
                    <a:pt x="4790440" y="5084318"/>
                    <a:pt x="4788408" y="5086731"/>
                  </a:cubicBezTo>
                  <a:cubicBezTo>
                    <a:pt x="4786376" y="5089144"/>
                    <a:pt x="4784344" y="5091557"/>
                    <a:pt x="4782312" y="5093843"/>
                  </a:cubicBezTo>
                  <a:cubicBezTo>
                    <a:pt x="4780280" y="5096129"/>
                    <a:pt x="4778121" y="5098415"/>
                    <a:pt x="4775835" y="5100574"/>
                  </a:cubicBezTo>
                  <a:cubicBezTo>
                    <a:pt x="4773676" y="5102860"/>
                    <a:pt x="4771390" y="5105019"/>
                    <a:pt x="4769104" y="5107051"/>
                  </a:cubicBezTo>
                  <a:cubicBezTo>
                    <a:pt x="4766818" y="5109083"/>
                    <a:pt x="4764405" y="5111242"/>
                    <a:pt x="4761992" y="5113147"/>
                  </a:cubicBezTo>
                  <a:cubicBezTo>
                    <a:pt x="4759579" y="5115179"/>
                    <a:pt x="4757166" y="5117084"/>
                    <a:pt x="4754626" y="5118989"/>
                  </a:cubicBezTo>
                  <a:cubicBezTo>
                    <a:pt x="4752086" y="5120767"/>
                    <a:pt x="4749546" y="5122545"/>
                    <a:pt x="4747006" y="5124323"/>
                  </a:cubicBezTo>
                  <a:cubicBezTo>
                    <a:pt x="4744466" y="5126101"/>
                    <a:pt x="4741799" y="5127752"/>
                    <a:pt x="4739132" y="5129276"/>
                  </a:cubicBezTo>
                  <a:cubicBezTo>
                    <a:pt x="4736465" y="5130927"/>
                    <a:pt x="4733671" y="5132451"/>
                    <a:pt x="4731004" y="5133975"/>
                  </a:cubicBezTo>
                  <a:cubicBezTo>
                    <a:pt x="4728210" y="5135372"/>
                    <a:pt x="4725416" y="5136769"/>
                    <a:pt x="4722622" y="5138166"/>
                  </a:cubicBezTo>
                  <a:cubicBezTo>
                    <a:pt x="4719828" y="5139563"/>
                    <a:pt x="4716907" y="5140706"/>
                    <a:pt x="4713986" y="5141976"/>
                  </a:cubicBezTo>
                  <a:cubicBezTo>
                    <a:pt x="4711192" y="5143119"/>
                    <a:pt x="4708271" y="5144262"/>
                    <a:pt x="4705350" y="5145278"/>
                  </a:cubicBezTo>
                  <a:cubicBezTo>
                    <a:pt x="4702429" y="5146294"/>
                    <a:pt x="4699381" y="5147310"/>
                    <a:pt x="4696460" y="5148199"/>
                  </a:cubicBezTo>
                  <a:cubicBezTo>
                    <a:pt x="4693539" y="5149088"/>
                    <a:pt x="4690491" y="5149977"/>
                    <a:pt x="4687443" y="5150739"/>
                  </a:cubicBezTo>
                  <a:cubicBezTo>
                    <a:pt x="4684395" y="5151501"/>
                    <a:pt x="4681347" y="5152136"/>
                    <a:pt x="4678299" y="5152771"/>
                  </a:cubicBezTo>
                  <a:cubicBezTo>
                    <a:pt x="4675251" y="5153406"/>
                    <a:pt x="4672203" y="5153914"/>
                    <a:pt x="4669155" y="5154422"/>
                  </a:cubicBezTo>
                  <a:cubicBezTo>
                    <a:pt x="4666107" y="5154930"/>
                    <a:pt x="4662932" y="5155184"/>
                    <a:pt x="4659884" y="5155565"/>
                  </a:cubicBezTo>
                  <a:cubicBezTo>
                    <a:pt x="4656709" y="5155819"/>
                    <a:pt x="4653661" y="5156073"/>
                    <a:pt x="4650486" y="5156200"/>
                  </a:cubicBezTo>
                  <a:cubicBezTo>
                    <a:pt x="4647438" y="5156327"/>
                    <a:pt x="4644263" y="5156454"/>
                    <a:pt x="4641215" y="5156454"/>
                  </a:cubicBezTo>
                  <a:lnTo>
                    <a:pt x="190500" y="5156454"/>
                  </a:lnTo>
                  <a:cubicBezTo>
                    <a:pt x="187325" y="5156454"/>
                    <a:pt x="184277" y="5156327"/>
                    <a:pt x="181102" y="5156200"/>
                  </a:cubicBezTo>
                  <a:cubicBezTo>
                    <a:pt x="177927" y="5156073"/>
                    <a:pt x="174879" y="5155819"/>
                    <a:pt x="171831" y="5155565"/>
                  </a:cubicBezTo>
                  <a:cubicBezTo>
                    <a:pt x="168656" y="5155184"/>
                    <a:pt x="165608" y="5154803"/>
                    <a:pt x="162560" y="5154422"/>
                  </a:cubicBezTo>
                  <a:cubicBezTo>
                    <a:pt x="159512" y="5154041"/>
                    <a:pt x="156337" y="5153406"/>
                    <a:pt x="153289" y="5152771"/>
                  </a:cubicBezTo>
                  <a:cubicBezTo>
                    <a:pt x="150241" y="5152136"/>
                    <a:pt x="147193" y="5151501"/>
                    <a:pt x="144272" y="5150739"/>
                  </a:cubicBezTo>
                  <a:cubicBezTo>
                    <a:pt x="141224" y="5149977"/>
                    <a:pt x="138176" y="5149088"/>
                    <a:pt x="135255" y="5148199"/>
                  </a:cubicBezTo>
                  <a:cubicBezTo>
                    <a:pt x="132207" y="5147310"/>
                    <a:pt x="129286" y="5146294"/>
                    <a:pt x="126365" y="5145278"/>
                  </a:cubicBezTo>
                  <a:cubicBezTo>
                    <a:pt x="123444" y="5144262"/>
                    <a:pt x="120523" y="5143119"/>
                    <a:pt x="117602" y="5141976"/>
                  </a:cubicBezTo>
                  <a:cubicBezTo>
                    <a:pt x="114681" y="5140706"/>
                    <a:pt x="111887" y="5139436"/>
                    <a:pt x="109093" y="5138166"/>
                  </a:cubicBezTo>
                  <a:cubicBezTo>
                    <a:pt x="106172" y="5136769"/>
                    <a:pt x="103505" y="5135372"/>
                    <a:pt x="100711" y="5133975"/>
                  </a:cubicBezTo>
                  <a:cubicBezTo>
                    <a:pt x="97917" y="5132451"/>
                    <a:pt x="95250" y="5130927"/>
                    <a:pt x="92583" y="5129276"/>
                  </a:cubicBezTo>
                  <a:cubicBezTo>
                    <a:pt x="89916" y="5127752"/>
                    <a:pt x="87249" y="5126101"/>
                    <a:pt x="84709" y="5124323"/>
                  </a:cubicBezTo>
                  <a:cubicBezTo>
                    <a:pt x="82169" y="5122545"/>
                    <a:pt x="79502" y="5120767"/>
                    <a:pt x="76962" y="5118989"/>
                  </a:cubicBezTo>
                  <a:cubicBezTo>
                    <a:pt x="74549" y="5117084"/>
                    <a:pt x="72009" y="5115179"/>
                    <a:pt x="69596" y="5113147"/>
                  </a:cubicBezTo>
                  <a:cubicBezTo>
                    <a:pt x="67183" y="5111242"/>
                    <a:pt x="64897" y="5109210"/>
                    <a:pt x="62611" y="5107051"/>
                  </a:cubicBezTo>
                  <a:cubicBezTo>
                    <a:pt x="60198" y="5105019"/>
                    <a:pt x="58039" y="5102860"/>
                    <a:pt x="55753" y="5100574"/>
                  </a:cubicBezTo>
                  <a:cubicBezTo>
                    <a:pt x="53594" y="5098415"/>
                    <a:pt x="51435" y="5096129"/>
                    <a:pt x="49403" y="5093843"/>
                  </a:cubicBezTo>
                  <a:cubicBezTo>
                    <a:pt x="47371" y="5091557"/>
                    <a:pt x="45212" y="5089144"/>
                    <a:pt x="43180" y="5086731"/>
                  </a:cubicBezTo>
                  <a:cubicBezTo>
                    <a:pt x="41148" y="5084318"/>
                    <a:pt x="39370" y="5081905"/>
                    <a:pt x="37465" y="5079365"/>
                  </a:cubicBezTo>
                  <a:cubicBezTo>
                    <a:pt x="35687" y="5076952"/>
                    <a:pt x="33782" y="5074285"/>
                    <a:pt x="32131" y="5071745"/>
                  </a:cubicBezTo>
                  <a:cubicBezTo>
                    <a:pt x="30353" y="5069205"/>
                    <a:pt x="28702" y="5066538"/>
                    <a:pt x="27051" y="5063871"/>
                  </a:cubicBezTo>
                  <a:cubicBezTo>
                    <a:pt x="25527" y="5061204"/>
                    <a:pt x="24003" y="5058410"/>
                    <a:pt x="22479" y="5055743"/>
                  </a:cubicBezTo>
                  <a:cubicBezTo>
                    <a:pt x="20955" y="5052949"/>
                    <a:pt x="19685" y="5050155"/>
                    <a:pt x="18288" y="5047361"/>
                  </a:cubicBezTo>
                  <a:cubicBezTo>
                    <a:pt x="17018" y="5044567"/>
                    <a:pt x="15748" y="5041646"/>
                    <a:pt x="14478" y="5038852"/>
                  </a:cubicBezTo>
                  <a:cubicBezTo>
                    <a:pt x="13335" y="5035931"/>
                    <a:pt x="12192" y="5033010"/>
                    <a:pt x="11176" y="5030089"/>
                  </a:cubicBezTo>
                  <a:cubicBezTo>
                    <a:pt x="10160" y="5027168"/>
                    <a:pt x="9144" y="5024247"/>
                    <a:pt x="8255" y="5021199"/>
                  </a:cubicBezTo>
                  <a:cubicBezTo>
                    <a:pt x="7239" y="5018278"/>
                    <a:pt x="6477" y="5015230"/>
                    <a:pt x="5715" y="5012182"/>
                  </a:cubicBezTo>
                  <a:cubicBezTo>
                    <a:pt x="4953" y="5009134"/>
                    <a:pt x="4318" y="5006086"/>
                    <a:pt x="3683" y="5003038"/>
                  </a:cubicBezTo>
                  <a:cubicBezTo>
                    <a:pt x="3048" y="4999990"/>
                    <a:pt x="2540" y="4996942"/>
                    <a:pt x="2032" y="4993894"/>
                  </a:cubicBezTo>
                  <a:cubicBezTo>
                    <a:pt x="1651" y="4990846"/>
                    <a:pt x="1270" y="4987671"/>
                    <a:pt x="889" y="4984623"/>
                  </a:cubicBezTo>
                  <a:cubicBezTo>
                    <a:pt x="635" y="4981448"/>
                    <a:pt x="381" y="4978400"/>
                    <a:pt x="254" y="4975225"/>
                  </a:cubicBezTo>
                  <a:cubicBezTo>
                    <a:pt x="127" y="4972177"/>
                    <a:pt x="0" y="4969002"/>
                    <a:pt x="0" y="4965954"/>
                  </a:cubicBezTo>
                  <a:lnTo>
                    <a:pt x="0" y="190500"/>
                  </a:lnTo>
                  <a:cubicBezTo>
                    <a:pt x="0" y="187452"/>
                    <a:pt x="127" y="184277"/>
                    <a:pt x="254" y="181102"/>
                  </a:cubicBezTo>
                  <a:cubicBezTo>
                    <a:pt x="381" y="178054"/>
                    <a:pt x="635" y="174879"/>
                    <a:pt x="889" y="171831"/>
                  </a:cubicBezTo>
                  <a:cubicBezTo>
                    <a:pt x="1270" y="168656"/>
                    <a:pt x="1651" y="165608"/>
                    <a:pt x="2032" y="162560"/>
                  </a:cubicBezTo>
                  <a:cubicBezTo>
                    <a:pt x="2540" y="159512"/>
                    <a:pt x="3048" y="156337"/>
                    <a:pt x="3683" y="153289"/>
                  </a:cubicBezTo>
                  <a:cubicBezTo>
                    <a:pt x="4318" y="150241"/>
                    <a:pt x="4953" y="147193"/>
                    <a:pt x="5715" y="144145"/>
                  </a:cubicBezTo>
                  <a:cubicBezTo>
                    <a:pt x="6477" y="141224"/>
                    <a:pt x="7239" y="138176"/>
                    <a:pt x="8255" y="135255"/>
                  </a:cubicBezTo>
                  <a:cubicBezTo>
                    <a:pt x="9144" y="132207"/>
                    <a:pt x="10033" y="129286"/>
                    <a:pt x="11176" y="126365"/>
                  </a:cubicBezTo>
                  <a:cubicBezTo>
                    <a:pt x="12319" y="123444"/>
                    <a:pt x="13335" y="120523"/>
                    <a:pt x="14478" y="117602"/>
                  </a:cubicBezTo>
                  <a:cubicBezTo>
                    <a:pt x="15748" y="114681"/>
                    <a:pt x="17018" y="111887"/>
                    <a:pt x="18288" y="109093"/>
                  </a:cubicBezTo>
                  <a:cubicBezTo>
                    <a:pt x="19685" y="106172"/>
                    <a:pt x="20955" y="103505"/>
                    <a:pt x="22479" y="100711"/>
                  </a:cubicBezTo>
                  <a:cubicBezTo>
                    <a:pt x="24003" y="97917"/>
                    <a:pt x="25527" y="95250"/>
                    <a:pt x="27051" y="92583"/>
                  </a:cubicBezTo>
                  <a:cubicBezTo>
                    <a:pt x="28702" y="89916"/>
                    <a:pt x="30353" y="87249"/>
                    <a:pt x="32131" y="84709"/>
                  </a:cubicBezTo>
                  <a:cubicBezTo>
                    <a:pt x="33782" y="82042"/>
                    <a:pt x="35687" y="79502"/>
                    <a:pt x="37465" y="77089"/>
                  </a:cubicBezTo>
                  <a:cubicBezTo>
                    <a:pt x="39370" y="74549"/>
                    <a:pt x="41275" y="72009"/>
                    <a:pt x="43180" y="69596"/>
                  </a:cubicBezTo>
                  <a:cubicBezTo>
                    <a:pt x="45085" y="67183"/>
                    <a:pt x="47244" y="64897"/>
                    <a:pt x="49403" y="62611"/>
                  </a:cubicBezTo>
                  <a:cubicBezTo>
                    <a:pt x="51435" y="60198"/>
                    <a:pt x="53594" y="58039"/>
                    <a:pt x="55753" y="55753"/>
                  </a:cubicBezTo>
                  <a:cubicBezTo>
                    <a:pt x="58039" y="53594"/>
                    <a:pt x="60198" y="51435"/>
                    <a:pt x="62611" y="49403"/>
                  </a:cubicBezTo>
                  <a:cubicBezTo>
                    <a:pt x="64897" y="47244"/>
                    <a:pt x="67183" y="45212"/>
                    <a:pt x="69596" y="43180"/>
                  </a:cubicBezTo>
                  <a:cubicBezTo>
                    <a:pt x="72009" y="41148"/>
                    <a:pt x="74549" y="39370"/>
                    <a:pt x="76962" y="37465"/>
                  </a:cubicBezTo>
                  <a:cubicBezTo>
                    <a:pt x="79502" y="35687"/>
                    <a:pt x="82042" y="33782"/>
                    <a:pt x="84709" y="32131"/>
                  </a:cubicBezTo>
                  <a:cubicBezTo>
                    <a:pt x="87249" y="30353"/>
                    <a:pt x="89916" y="28702"/>
                    <a:pt x="92583" y="27051"/>
                  </a:cubicBezTo>
                  <a:cubicBezTo>
                    <a:pt x="95250" y="25527"/>
                    <a:pt x="97917" y="24003"/>
                    <a:pt x="100711" y="22479"/>
                  </a:cubicBezTo>
                  <a:cubicBezTo>
                    <a:pt x="103505" y="20955"/>
                    <a:pt x="106172" y="19558"/>
                    <a:pt x="109093" y="18288"/>
                  </a:cubicBezTo>
                  <a:cubicBezTo>
                    <a:pt x="111887" y="17018"/>
                    <a:pt x="114681" y="15748"/>
                    <a:pt x="117602" y="14478"/>
                  </a:cubicBezTo>
                  <a:cubicBezTo>
                    <a:pt x="120523" y="13208"/>
                    <a:pt x="123444" y="12192"/>
                    <a:pt x="126365" y="11176"/>
                  </a:cubicBezTo>
                  <a:cubicBezTo>
                    <a:pt x="129286" y="10033"/>
                    <a:pt x="132207" y="9144"/>
                    <a:pt x="135255" y="8255"/>
                  </a:cubicBezTo>
                  <a:cubicBezTo>
                    <a:pt x="138176" y="7239"/>
                    <a:pt x="141224" y="6477"/>
                    <a:pt x="144272" y="5715"/>
                  </a:cubicBezTo>
                  <a:cubicBezTo>
                    <a:pt x="147193" y="4953"/>
                    <a:pt x="150241" y="4318"/>
                    <a:pt x="153289" y="3683"/>
                  </a:cubicBezTo>
                  <a:cubicBezTo>
                    <a:pt x="156337" y="3048"/>
                    <a:pt x="159512" y="2540"/>
                    <a:pt x="162560" y="2032"/>
                  </a:cubicBezTo>
                  <a:cubicBezTo>
                    <a:pt x="165608" y="1651"/>
                    <a:pt x="168656" y="1270"/>
                    <a:pt x="171831" y="889"/>
                  </a:cubicBezTo>
                  <a:cubicBezTo>
                    <a:pt x="174879" y="635"/>
                    <a:pt x="178054" y="381"/>
                    <a:pt x="181102" y="254"/>
                  </a:cubicBezTo>
                  <a:cubicBezTo>
                    <a:pt x="184150" y="127"/>
                    <a:pt x="187325" y="0"/>
                    <a:pt x="190500" y="0"/>
                  </a:cubicBezTo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9353540"/>
            <a:ext cx="8684771" cy="269129"/>
            <a:chOff x="0" y="0"/>
            <a:chExt cx="8684768" cy="269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84768" cy="269113"/>
            </a:xfrm>
            <a:custGeom>
              <a:avLst/>
              <a:gdLst/>
              <a:ahLst/>
              <a:cxnLst/>
              <a:rect l="l" t="t" r="r" b="b"/>
              <a:pathLst>
                <a:path w="8684768" h="269113">
                  <a:moveTo>
                    <a:pt x="0" y="269113"/>
                  </a:moveTo>
                  <a:lnTo>
                    <a:pt x="8684768" y="269113"/>
                  </a:lnTo>
                  <a:lnTo>
                    <a:pt x="8684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23402" y="3219955"/>
            <a:ext cx="4831718" cy="5156454"/>
            <a:chOff x="0" y="0"/>
            <a:chExt cx="4831715" cy="51564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31715" cy="5156454"/>
            </a:xfrm>
            <a:custGeom>
              <a:avLst/>
              <a:gdLst/>
              <a:ahLst/>
              <a:cxnLst/>
              <a:rect l="l" t="t" r="r" b="b"/>
              <a:pathLst>
                <a:path w="4831715" h="5156454">
                  <a:moveTo>
                    <a:pt x="190500" y="0"/>
                  </a:moveTo>
                  <a:lnTo>
                    <a:pt x="4641215" y="0"/>
                  </a:lnTo>
                  <a:cubicBezTo>
                    <a:pt x="4644263" y="0"/>
                    <a:pt x="4647438" y="127"/>
                    <a:pt x="4650486" y="254"/>
                  </a:cubicBezTo>
                  <a:cubicBezTo>
                    <a:pt x="4653661" y="381"/>
                    <a:pt x="4656709" y="635"/>
                    <a:pt x="4659884" y="889"/>
                  </a:cubicBezTo>
                  <a:cubicBezTo>
                    <a:pt x="4662932" y="1270"/>
                    <a:pt x="4665980" y="1651"/>
                    <a:pt x="4669155" y="2032"/>
                  </a:cubicBezTo>
                  <a:cubicBezTo>
                    <a:pt x="4672203" y="2540"/>
                    <a:pt x="4675251" y="3048"/>
                    <a:pt x="4678299" y="3683"/>
                  </a:cubicBezTo>
                  <a:cubicBezTo>
                    <a:pt x="4681347" y="4318"/>
                    <a:pt x="4684395" y="4953"/>
                    <a:pt x="4687443" y="5715"/>
                  </a:cubicBezTo>
                  <a:cubicBezTo>
                    <a:pt x="4690491" y="6477"/>
                    <a:pt x="4693412" y="7239"/>
                    <a:pt x="4696460" y="8255"/>
                  </a:cubicBezTo>
                  <a:cubicBezTo>
                    <a:pt x="4699381" y="9144"/>
                    <a:pt x="4702429" y="10033"/>
                    <a:pt x="4705350" y="11176"/>
                  </a:cubicBezTo>
                  <a:cubicBezTo>
                    <a:pt x="4708271" y="12192"/>
                    <a:pt x="4711192" y="13335"/>
                    <a:pt x="4713986" y="14478"/>
                  </a:cubicBezTo>
                  <a:cubicBezTo>
                    <a:pt x="4716907" y="15748"/>
                    <a:pt x="4719828" y="17018"/>
                    <a:pt x="4722622" y="18288"/>
                  </a:cubicBezTo>
                  <a:cubicBezTo>
                    <a:pt x="4725416" y="19558"/>
                    <a:pt x="4728210" y="20955"/>
                    <a:pt x="4731004" y="22479"/>
                  </a:cubicBezTo>
                  <a:cubicBezTo>
                    <a:pt x="4733671" y="24003"/>
                    <a:pt x="4736465" y="25527"/>
                    <a:pt x="4739132" y="27051"/>
                  </a:cubicBezTo>
                  <a:cubicBezTo>
                    <a:pt x="4741799" y="28702"/>
                    <a:pt x="4744339" y="30353"/>
                    <a:pt x="4747006" y="32131"/>
                  </a:cubicBezTo>
                  <a:cubicBezTo>
                    <a:pt x="4749546" y="33782"/>
                    <a:pt x="4752086" y="35687"/>
                    <a:pt x="4754626" y="37465"/>
                  </a:cubicBezTo>
                  <a:cubicBezTo>
                    <a:pt x="4757166" y="39243"/>
                    <a:pt x="4759579" y="41275"/>
                    <a:pt x="4761992" y="43180"/>
                  </a:cubicBezTo>
                  <a:cubicBezTo>
                    <a:pt x="4764405" y="45085"/>
                    <a:pt x="4766818" y="47244"/>
                    <a:pt x="4769104" y="49403"/>
                  </a:cubicBezTo>
                  <a:cubicBezTo>
                    <a:pt x="4771390" y="51435"/>
                    <a:pt x="4773676" y="53594"/>
                    <a:pt x="4775835" y="55753"/>
                  </a:cubicBezTo>
                  <a:cubicBezTo>
                    <a:pt x="4778121" y="58039"/>
                    <a:pt x="4780153" y="60198"/>
                    <a:pt x="4782312" y="62611"/>
                  </a:cubicBezTo>
                  <a:cubicBezTo>
                    <a:pt x="4784344" y="64897"/>
                    <a:pt x="4786503" y="67183"/>
                    <a:pt x="4788408" y="69596"/>
                  </a:cubicBezTo>
                  <a:cubicBezTo>
                    <a:pt x="4790313" y="72009"/>
                    <a:pt x="4792345" y="74549"/>
                    <a:pt x="4794123" y="77089"/>
                  </a:cubicBezTo>
                  <a:cubicBezTo>
                    <a:pt x="4796028" y="79502"/>
                    <a:pt x="4797806" y="82042"/>
                    <a:pt x="4799584" y="84709"/>
                  </a:cubicBezTo>
                  <a:cubicBezTo>
                    <a:pt x="4801235" y="87249"/>
                    <a:pt x="4802886" y="89916"/>
                    <a:pt x="4804537" y="92583"/>
                  </a:cubicBezTo>
                  <a:cubicBezTo>
                    <a:pt x="4806188" y="95250"/>
                    <a:pt x="4807712" y="97917"/>
                    <a:pt x="4809109" y="100711"/>
                  </a:cubicBezTo>
                  <a:cubicBezTo>
                    <a:pt x="4810506" y="103505"/>
                    <a:pt x="4812030" y="106172"/>
                    <a:pt x="4813427" y="109093"/>
                  </a:cubicBezTo>
                  <a:cubicBezTo>
                    <a:pt x="4814697" y="111887"/>
                    <a:pt x="4815967" y="114681"/>
                    <a:pt x="4817110" y="117602"/>
                  </a:cubicBezTo>
                  <a:cubicBezTo>
                    <a:pt x="4818380" y="120523"/>
                    <a:pt x="4819396" y="123444"/>
                    <a:pt x="4820539" y="126365"/>
                  </a:cubicBezTo>
                  <a:cubicBezTo>
                    <a:pt x="4821555" y="129286"/>
                    <a:pt x="4822571" y="132207"/>
                    <a:pt x="4823460" y="135255"/>
                  </a:cubicBezTo>
                  <a:cubicBezTo>
                    <a:pt x="4824349" y="138176"/>
                    <a:pt x="4825238" y="141224"/>
                    <a:pt x="4826000" y="144145"/>
                  </a:cubicBezTo>
                  <a:cubicBezTo>
                    <a:pt x="4826635" y="147193"/>
                    <a:pt x="4827397" y="150241"/>
                    <a:pt x="4828032" y="153289"/>
                  </a:cubicBezTo>
                  <a:cubicBezTo>
                    <a:pt x="4828540" y="156337"/>
                    <a:pt x="4829175" y="159512"/>
                    <a:pt x="4829556" y="162560"/>
                  </a:cubicBezTo>
                  <a:cubicBezTo>
                    <a:pt x="4829937" y="165608"/>
                    <a:pt x="4830445" y="168656"/>
                    <a:pt x="4830699" y="171831"/>
                  </a:cubicBezTo>
                  <a:cubicBezTo>
                    <a:pt x="4831080" y="174879"/>
                    <a:pt x="4831334" y="178054"/>
                    <a:pt x="4831461" y="181102"/>
                  </a:cubicBezTo>
                  <a:cubicBezTo>
                    <a:pt x="4831588" y="184277"/>
                    <a:pt x="4831715" y="187452"/>
                    <a:pt x="4831715" y="190500"/>
                  </a:cubicBezTo>
                  <a:lnTo>
                    <a:pt x="4831715" y="4965954"/>
                  </a:lnTo>
                  <a:cubicBezTo>
                    <a:pt x="4831715" y="4969002"/>
                    <a:pt x="4831588" y="4972177"/>
                    <a:pt x="4831461" y="4975225"/>
                  </a:cubicBezTo>
                  <a:cubicBezTo>
                    <a:pt x="4831334" y="4978400"/>
                    <a:pt x="4831080" y="4981448"/>
                    <a:pt x="4830699" y="4984623"/>
                  </a:cubicBezTo>
                  <a:cubicBezTo>
                    <a:pt x="4830445" y="4987671"/>
                    <a:pt x="4830064" y="4990846"/>
                    <a:pt x="4829556" y="4993894"/>
                  </a:cubicBezTo>
                  <a:cubicBezTo>
                    <a:pt x="4829048" y="4996942"/>
                    <a:pt x="4828540" y="4999990"/>
                    <a:pt x="4828032" y="5003038"/>
                  </a:cubicBezTo>
                  <a:cubicBezTo>
                    <a:pt x="4827397" y="5006086"/>
                    <a:pt x="4826635" y="5009134"/>
                    <a:pt x="4826000" y="5012182"/>
                  </a:cubicBezTo>
                  <a:cubicBezTo>
                    <a:pt x="4825238" y="5015230"/>
                    <a:pt x="4824349" y="5018278"/>
                    <a:pt x="4823460" y="5021199"/>
                  </a:cubicBezTo>
                  <a:cubicBezTo>
                    <a:pt x="4822571" y="5024247"/>
                    <a:pt x="4821555" y="5027168"/>
                    <a:pt x="4820539" y="5030089"/>
                  </a:cubicBezTo>
                  <a:cubicBezTo>
                    <a:pt x="4819396" y="5033010"/>
                    <a:pt x="4818380" y="5035931"/>
                    <a:pt x="4817110" y="5038852"/>
                  </a:cubicBezTo>
                  <a:cubicBezTo>
                    <a:pt x="4815967" y="5041646"/>
                    <a:pt x="4814697" y="5044567"/>
                    <a:pt x="4813427" y="5047361"/>
                  </a:cubicBezTo>
                  <a:cubicBezTo>
                    <a:pt x="4812030" y="5050155"/>
                    <a:pt x="4810633" y="5052949"/>
                    <a:pt x="4809109" y="5055743"/>
                  </a:cubicBezTo>
                  <a:cubicBezTo>
                    <a:pt x="4807712" y="5058410"/>
                    <a:pt x="4806188" y="5061204"/>
                    <a:pt x="4804537" y="5063871"/>
                  </a:cubicBezTo>
                  <a:cubicBezTo>
                    <a:pt x="4802886" y="5066538"/>
                    <a:pt x="4801235" y="5069205"/>
                    <a:pt x="4799584" y="5071745"/>
                  </a:cubicBezTo>
                  <a:cubicBezTo>
                    <a:pt x="4797806" y="5074285"/>
                    <a:pt x="4796028" y="5076952"/>
                    <a:pt x="4794123" y="5079365"/>
                  </a:cubicBezTo>
                  <a:cubicBezTo>
                    <a:pt x="4792345" y="5081905"/>
                    <a:pt x="4790440" y="5084318"/>
                    <a:pt x="4788408" y="5086731"/>
                  </a:cubicBezTo>
                  <a:cubicBezTo>
                    <a:pt x="4786376" y="5089144"/>
                    <a:pt x="4784344" y="5091557"/>
                    <a:pt x="4782312" y="5093843"/>
                  </a:cubicBezTo>
                  <a:cubicBezTo>
                    <a:pt x="4780153" y="5096129"/>
                    <a:pt x="4778121" y="5098415"/>
                    <a:pt x="4775835" y="5100574"/>
                  </a:cubicBezTo>
                  <a:cubicBezTo>
                    <a:pt x="4773676" y="5102860"/>
                    <a:pt x="4771390" y="5105019"/>
                    <a:pt x="4769104" y="5107051"/>
                  </a:cubicBezTo>
                  <a:cubicBezTo>
                    <a:pt x="4766818" y="5109083"/>
                    <a:pt x="4764405" y="5111242"/>
                    <a:pt x="4761992" y="5113147"/>
                  </a:cubicBezTo>
                  <a:cubicBezTo>
                    <a:pt x="4759579" y="5115179"/>
                    <a:pt x="4757166" y="5117084"/>
                    <a:pt x="4754626" y="5118989"/>
                  </a:cubicBezTo>
                  <a:cubicBezTo>
                    <a:pt x="4752086" y="5120767"/>
                    <a:pt x="4749546" y="5122545"/>
                    <a:pt x="4747006" y="5124323"/>
                  </a:cubicBezTo>
                  <a:cubicBezTo>
                    <a:pt x="4744339" y="5126101"/>
                    <a:pt x="4741799" y="5127752"/>
                    <a:pt x="4739132" y="5129276"/>
                  </a:cubicBezTo>
                  <a:cubicBezTo>
                    <a:pt x="4736465" y="5130927"/>
                    <a:pt x="4733671" y="5132451"/>
                    <a:pt x="4731004" y="5133975"/>
                  </a:cubicBezTo>
                  <a:cubicBezTo>
                    <a:pt x="4728210" y="5135372"/>
                    <a:pt x="4725416" y="5136769"/>
                    <a:pt x="4722622" y="5138166"/>
                  </a:cubicBezTo>
                  <a:cubicBezTo>
                    <a:pt x="4719828" y="5139563"/>
                    <a:pt x="4716907" y="5140706"/>
                    <a:pt x="4713986" y="5141976"/>
                  </a:cubicBezTo>
                  <a:cubicBezTo>
                    <a:pt x="4711192" y="5143119"/>
                    <a:pt x="4708271" y="5144262"/>
                    <a:pt x="4705350" y="5145278"/>
                  </a:cubicBezTo>
                  <a:cubicBezTo>
                    <a:pt x="4702429" y="5146294"/>
                    <a:pt x="4699381" y="5147310"/>
                    <a:pt x="4696460" y="5148199"/>
                  </a:cubicBezTo>
                  <a:cubicBezTo>
                    <a:pt x="4693539" y="5149088"/>
                    <a:pt x="4690491" y="5149977"/>
                    <a:pt x="4687443" y="5150739"/>
                  </a:cubicBezTo>
                  <a:cubicBezTo>
                    <a:pt x="4684395" y="5151501"/>
                    <a:pt x="4681347" y="5152136"/>
                    <a:pt x="4678299" y="5152771"/>
                  </a:cubicBezTo>
                  <a:cubicBezTo>
                    <a:pt x="4675251" y="5153406"/>
                    <a:pt x="4672203" y="5153914"/>
                    <a:pt x="4669155" y="5154422"/>
                  </a:cubicBezTo>
                  <a:cubicBezTo>
                    <a:pt x="4665980" y="5154803"/>
                    <a:pt x="4662932" y="5155184"/>
                    <a:pt x="4659884" y="5155565"/>
                  </a:cubicBezTo>
                  <a:cubicBezTo>
                    <a:pt x="4656709" y="5155819"/>
                    <a:pt x="4653661" y="5156073"/>
                    <a:pt x="4650486" y="5156200"/>
                  </a:cubicBezTo>
                  <a:cubicBezTo>
                    <a:pt x="4647438" y="5156327"/>
                    <a:pt x="4644263" y="5156454"/>
                    <a:pt x="4641215" y="5156454"/>
                  </a:cubicBezTo>
                  <a:lnTo>
                    <a:pt x="190500" y="5156454"/>
                  </a:lnTo>
                  <a:cubicBezTo>
                    <a:pt x="187325" y="5156454"/>
                    <a:pt x="184277" y="5156327"/>
                    <a:pt x="181102" y="5156200"/>
                  </a:cubicBezTo>
                  <a:cubicBezTo>
                    <a:pt x="178054" y="5156073"/>
                    <a:pt x="174879" y="5155819"/>
                    <a:pt x="171831" y="5155565"/>
                  </a:cubicBezTo>
                  <a:cubicBezTo>
                    <a:pt x="168656" y="5155184"/>
                    <a:pt x="165608" y="5154803"/>
                    <a:pt x="162560" y="5154422"/>
                  </a:cubicBezTo>
                  <a:cubicBezTo>
                    <a:pt x="159512" y="5154041"/>
                    <a:pt x="156337" y="5153406"/>
                    <a:pt x="153289" y="5152771"/>
                  </a:cubicBezTo>
                  <a:cubicBezTo>
                    <a:pt x="150241" y="5152136"/>
                    <a:pt x="147193" y="5151501"/>
                    <a:pt x="144272" y="5150739"/>
                  </a:cubicBezTo>
                  <a:cubicBezTo>
                    <a:pt x="141351" y="5149977"/>
                    <a:pt x="138176" y="5149088"/>
                    <a:pt x="135255" y="5148199"/>
                  </a:cubicBezTo>
                  <a:cubicBezTo>
                    <a:pt x="132207" y="5147310"/>
                    <a:pt x="129286" y="5146294"/>
                    <a:pt x="126365" y="5145278"/>
                  </a:cubicBezTo>
                  <a:cubicBezTo>
                    <a:pt x="123444" y="5144262"/>
                    <a:pt x="120523" y="5143119"/>
                    <a:pt x="117602" y="5141976"/>
                  </a:cubicBezTo>
                  <a:cubicBezTo>
                    <a:pt x="114681" y="5140706"/>
                    <a:pt x="111887" y="5139436"/>
                    <a:pt x="109093" y="5138166"/>
                  </a:cubicBezTo>
                  <a:cubicBezTo>
                    <a:pt x="106172" y="5136769"/>
                    <a:pt x="103505" y="5135372"/>
                    <a:pt x="100711" y="5133975"/>
                  </a:cubicBezTo>
                  <a:cubicBezTo>
                    <a:pt x="97917" y="5132451"/>
                    <a:pt x="95250" y="5130927"/>
                    <a:pt x="92583" y="5129276"/>
                  </a:cubicBezTo>
                  <a:cubicBezTo>
                    <a:pt x="89916" y="5127752"/>
                    <a:pt x="87249" y="5126101"/>
                    <a:pt x="84709" y="5124323"/>
                  </a:cubicBezTo>
                  <a:cubicBezTo>
                    <a:pt x="82169" y="5122545"/>
                    <a:pt x="79502" y="5120767"/>
                    <a:pt x="76962" y="5118989"/>
                  </a:cubicBezTo>
                  <a:cubicBezTo>
                    <a:pt x="74549" y="5117084"/>
                    <a:pt x="72009" y="5115179"/>
                    <a:pt x="69596" y="5113147"/>
                  </a:cubicBezTo>
                  <a:cubicBezTo>
                    <a:pt x="67183" y="5111242"/>
                    <a:pt x="64897" y="5109210"/>
                    <a:pt x="62611" y="5107051"/>
                  </a:cubicBezTo>
                  <a:cubicBezTo>
                    <a:pt x="60198" y="5105019"/>
                    <a:pt x="58039" y="5102860"/>
                    <a:pt x="55753" y="5100574"/>
                  </a:cubicBezTo>
                  <a:cubicBezTo>
                    <a:pt x="53594" y="5098415"/>
                    <a:pt x="51435" y="5096129"/>
                    <a:pt x="49403" y="5093843"/>
                  </a:cubicBezTo>
                  <a:cubicBezTo>
                    <a:pt x="47244" y="5091557"/>
                    <a:pt x="45212" y="5089144"/>
                    <a:pt x="43180" y="5086731"/>
                  </a:cubicBezTo>
                  <a:cubicBezTo>
                    <a:pt x="41148" y="5084318"/>
                    <a:pt x="39370" y="5081905"/>
                    <a:pt x="37465" y="5079365"/>
                  </a:cubicBezTo>
                  <a:cubicBezTo>
                    <a:pt x="35560" y="5076825"/>
                    <a:pt x="33782" y="5074285"/>
                    <a:pt x="32131" y="5071745"/>
                  </a:cubicBezTo>
                  <a:cubicBezTo>
                    <a:pt x="30353" y="5069205"/>
                    <a:pt x="28702" y="5066538"/>
                    <a:pt x="27051" y="5063871"/>
                  </a:cubicBezTo>
                  <a:cubicBezTo>
                    <a:pt x="25527" y="5061204"/>
                    <a:pt x="24003" y="5058410"/>
                    <a:pt x="22479" y="5055743"/>
                  </a:cubicBezTo>
                  <a:cubicBezTo>
                    <a:pt x="20955" y="5052949"/>
                    <a:pt x="19685" y="5050155"/>
                    <a:pt x="18288" y="5047361"/>
                  </a:cubicBezTo>
                  <a:cubicBezTo>
                    <a:pt x="17018" y="5044567"/>
                    <a:pt x="15748" y="5041646"/>
                    <a:pt x="14478" y="5038852"/>
                  </a:cubicBezTo>
                  <a:cubicBezTo>
                    <a:pt x="13335" y="5035931"/>
                    <a:pt x="12192" y="5033010"/>
                    <a:pt x="11176" y="5030089"/>
                  </a:cubicBezTo>
                  <a:cubicBezTo>
                    <a:pt x="10033" y="5027168"/>
                    <a:pt x="9144" y="5024247"/>
                    <a:pt x="8255" y="5021199"/>
                  </a:cubicBezTo>
                  <a:cubicBezTo>
                    <a:pt x="7239" y="5018278"/>
                    <a:pt x="6477" y="5015230"/>
                    <a:pt x="5715" y="5012182"/>
                  </a:cubicBezTo>
                  <a:cubicBezTo>
                    <a:pt x="4953" y="5009134"/>
                    <a:pt x="4318" y="5006086"/>
                    <a:pt x="3683" y="5003038"/>
                  </a:cubicBezTo>
                  <a:cubicBezTo>
                    <a:pt x="3048" y="4999990"/>
                    <a:pt x="2540" y="4996942"/>
                    <a:pt x="2032" y="4993894"/>
                  </a:cubicBezTo>
                  <a:cubicBezTo>
                    <a:pt x="1651" y="4990846"/>
                    <a:pt x="1270" y="4987671"/>
                    <a:pt x="889" y="4984623"/>
                  </a:cubicBezTo>
                  <a:cubicBezTo>
                    <a:pt x="508" y="4981575"/>
                    <a:pt x="381" y="4978400"/>
                    <a:pt x="254" y="4975225"/>
                  </a:cubicBezTo>
                  <a:cubicBezTo>
                    <a:pt x="127" y="4972177"/>
                    <a:pt x="0" y="4969002"/>
                    <a:pt x="0" y="4965954"/>
                  </a:cubicBezTo>
                  <a:lnTo>
                    <a:pt x="0" y="190500"/>
                  </a:lnTo>
                  <a:cubicBezTo>
                    <a:pt x="0" y="187452"/>
                    <a:pt x="127" y="184277"/>
                    <a:pt x="254" y="181102"/>
                  </a:cubicBezTo>
                  <a:cubicBezTo>
                    <a:pt x="381" y="178054"/>
                    <a:pt x="635" y="174879"/>
                    <a:pt x="889" y="171831"/>
                  </a:cubicBezTo>
                  <a:cubicBezTo>
                    <a:pt x="1270" y="168656"/>
                    <a:pt x="1651" y="165608"/>
                    <a:pt x="2032" y="162560"/>
                  </a:cubicBezTo>
                  <a:cubicBezTo>
                    <a:pt x="2540" y="159512"/>
                    <a:pt x="3048" y="156337"/>
                    <a:pt x="3683" y="153289"/>
                  </a:cubicBezTo>
                  <a:cubicBezTo>
                    <a:pt x="4318" y="150241"/>
                    <a:pt x="4953" y="147193"/>
                    <a:pt x="5715" y="144145"/>
                  </a:cubicBezTo>
                  <a:cubicBezTo>
                    <a:pt x="6477" y="141224"/>
                    <a:pt x="7239" y="138176"/>
                    <a:pt x="8255" y="135255"/>
                  </a:cubicBezTo>
                  <a:cubicBezTo>
                    <a:pt x="9144" y="132207"/>
                    <a:pt x="10033" y="129286"/>
                    <a:pt x="11176" y="126365"/>
                  </a:cubicBezTo>
                  <a:cubicBezTo>
                    <a:pt x="12192" y="123444"/>
                    <a:pt x="13335" y="120523"/>
                    <a:pt x="14478" y="117602"/>
                  </a:cubicBezTo>
                  <a:cubicBezTo>
                    <a:pt x="15621" y="114681"/>
                    <a:pt x="17018" y="111887"/>
                    <a:pt x="18288" y="109093"/>
                  </a:cubicBezTo>
                  <a:cubicBezTo>
                    <a:pt x="19685" y="106172"/>
                    <a:pt x="20955" y="103505"/>
                    <a:pt x="22479" y="100711"/>
                  </a:cubicBezTo>
                  <a:cubicBezTo>
                    <a:pt x="24003" y="97917"/>
                    <a:pt x="25527" y="95250"/>
                    <a:pt x="27051" y="92583"/>
                  </a:cubicBezTo>
                  <a:cubicBezTo>
                    <a:pt x="28702" y="89916"/>
                    <a:pt x="30353" y="87249"/>
                    <a:pt x="32131" y="84709"/>
                  </a:cubicBezTo>
                  <a:cubicBezTo>
                    <a:pt x="33782" y="82042"/>
                    <a:pt x="35687" y="79502"/>
                    <a:pt x="37465" y="77089"/>
                  </a:cubicBezTo>
                  <a:cubicBezTo>
                    <a:pt x="39370" y="74549"/>
                    <a:pt x="41275" y="72009"/>
                    <a:pt x="43180" y="69596"/>
                  </a:cubicBezTo>
                  <a:cubicBezTo>
                    <a:pt x="45085" y="67183"/>
                    <a:pt x="47244" y="64897"/>
                    <a:pt x="49403" y="62611"/>
                  </a:cubicBezTo>
                  <a:cubicBezTo>
                    <a:pt x="51435" y="60198"/>
                    <a:pt x="53594" y="58039"/>
                    <a:pt x="55753" y="55753"/>
                  </a:cubicBezTo>
                  <a:cubicBezTo>
                    <a:pt x="57912" y="53467"/>
                    <a:pt x="60198" y="51435"/>
                    <a:pt x="62611" y="49403"/>
                  </a:cubicBezTo>
                  <a:cubicBezTo>
                    <a:pt x="64897" y="47244"/>
                    <a:pt x="67183" y="45212"/>
                    <a:pt x="69596" y="43180"/>
                  </a:cubicBezTo>
                  <a:cubicBezTo>
                    <a:pt x="72009" y="41148"/>
                    <a:pt x="74549" y="39370"/>
                    <a:pt x="76962" y="37465"/>
                  </a:cubicBezTo>
                  <a:cubicBezTo>
                    <a:pt x="79502" y="35687"/>
                    <a:pt x="82042" y="33782"/>
                    <a:pt x="84709" y="32131"/>
                  </a:cubicBezTo>
                  <a:cubicBezTo>
                    <a:pt x="87249" y="30353"/>
                    <a:pt x="89916" y="28702"/>
                    <a:pt x="92583" y="27051"/>
                  </a:cubicBezTo>
                  <a:cubicBezTo>
                    <a:pt x="95250" y="25527"/>
                    <a:pt x="97917" y="24003"/>
                    <a:pt x="100711" y="22479"/>
                  </a:cubicBezTo>
                  <a:cubicBezTo>
                    <a:pt x="103505" y="20955"/>
                    <a:pt x="106172" y="19558"/>
                    <a:pt x="109093" y="18288"/>
                  </a:cubicBezTo>
                  <a:cubicBezTo>
                    <a:pt x="111887" y="17018"/>
                    <a:pt x="114681" y="15748"/>
                    <a:pt x="117602" y="14478"/>
                  </a:cubicBezTo>
                  <a:cubicBezTo>
                    <a:pt x="120523" y="13208"/>
                    <a:pt x="123444" y="12192"/>
                    <a:pt x="126365" y="11176"/>
                  </a:cubicBezTo>
                  <a:cubicBezTo>
                    <a:pt x="129286" y="10033"/>
                    <a:pt x="132207" y="9144"/>
                    <a:pt x="135255" y="8255"/>
                  </a:cubicBezTo>
                  <a:cubicBezTo>
                    <a:pt x="138176" y="7239"/>
                    <a:pt x="141224" y="6477"/>
                    <a:pt x="144272" y="5715"/>
                  </a:cubicBezTo>
                  <a:cubicBezTo>
                    <a:pt x="147320" y="4953"/>
                    <a:pt x="150241" y="4318"/>
                    <a:pt x="153289" y="3683"/>
                  </a:cubicBezTo>
                  <a:cubicBezTo>
                    <a:pt x="156337" y="3048"/>
                    <a:pt x="159512" y="2540"/>
                    <a:pt x="162560" y="2032"/>
                  </a:cubicBezTo>
                  <a:cubicBezTo>
                    <a:pt x="165608" y="1651"/>
                    <a:pt x="168656" y="1270"/>
                    <a:pt x="171831" y="889"/>
                  </a:cubicBezTo>
                  <a:cubicBezTo>
                    <a:pt x="174879" y="635"/>
                    <a:pt x="178054" y="381"/>
                    <a:pt x="181102" y="254"/>
                  </a:cubicBezTo>
                  <a:cubicBezTo>
                    <a:pt x="184277" y="127"/>
                    <a:pt x="187325" y="0"/>
                    <a:pt x="190500" y="0"/>
                  </a:cubicBezTo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72244" y="9353550"/>
            <a:ext cx="4581525" cy="269110"/>
            <a:chOff x="0" y="0"/>
            <a:chExt cx="4581525" cy="2691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81525" cy="269113"/>
            </a:xfrm>
            <a:custGeom>
              <a:avLst/>
              <a:gdLst/>
              <a:ahLst/>
              <a:cxnLst/>
              <a:rect l="l" t="t" r="r" b="b"/>
              <a:pathLst>
                <a:path w="4581525" h="269113">
                  <a:moveTo>
                    <a:pt x="0" y="269113"/>
                  </a:moveTo>
                  <a:lnTo>
                    <a:pt x="4581525" y="269113"/>
                  </a:lnTo>
                  <a:lnTo>
                    <a:pt x="45815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7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597510" y="9344025"/>
            <a:ext cx="2290696" cy="278635"/>
            <a:chOff x="0" y="0"/>
            <a:chExt cx="2290699" cy="2786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0699" cy="278638"/>
            </a:xfrm>
            <a:custGeom>
              <a:avLst/>
              <a:gdLst/>
              <a:ahLst/>
              <a:cxnLst/>
              <a:rect l="l" t="t" r="r" b="b"/>
              <a:pathLst>
                <a:path w="2290699" h="278638">
                  <a:moveTo>
                    <a:pt x="0" y="278638"/>
                  </a:moveTo>
                  <a:lnTo>
                    <a:pt x="2290699" y="278638"/>
                  </a:lnTo>
                  <a:lnTo>
                    <a:pt x="22906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1E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29775" y="923925"/>
            <a:ext cx="8658225" cy="19050"/>
            <a:chOff x="0" y="0"/>
            <a:chExt cx="8658225" cy="19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58225" cy="19050"/>
            </a:xfrm>
            <a:custGeom>
              <a:avLst/>
              <a:gdLst/>
              <a:ahLst/>
              <a:cxnLst/>
              <a:rect l="l" t="t" r="r" b="b"/>
              <a:pathLst>
                <a:path w="8658225" h="19050">
                  <a:moveTo>
                    <a:pt x="0" y="0"/>
                  </a:moveTo>
                  <a:lnTo>
                    <a:pt x="0" y="19050"/>
                  </a:lnTo>
                  <a:lnTo>
                    <a:pt x="8658225" y="19050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28613" y="3219955"/>
            <a:ext cx="4831718" cy="5156454"/>
            <a:chOff x="0" y="0"/>
            <a:chExt cx="4831715" cy="51564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31714" cy="5156454"/>
            </a:xfrm>
            <a:custGeom>
              <a:avLst/>
              <a:gdLst/>
              <a:ahLst/>
              <a:cxnLst/>
              <a:rect l="l" t="t" r="r" b="b"/>
              <a:pathLst>
                <a:path w="4831714" h="5156454">
                  <a:moveTo>
                    <a:pt x="190500" y="0"/>
                  </a:moveTo>
                  <a:lnTo>
                    <a:pt x="4641214" y="0"/>
                  </a:lnTo>
                  <a:cubicBezTo>
                    <a:pt x="4644262" y="0"/>
                    <a:pt x="4647437" y="127"/>
                    <a:pt x="4650486" y="254"/>
                  </a:cubicBezTo>
                  <a:cubicBezTo>
                    <a:pt x="4653661" y="381"/>
                    <a:pt x="4656708" y="635"/>
                    <a:pt x="4659883" y="889"/>
                  </a:cubicBezTo>
                  <a:cubicBezTo>
                    <a:pt x="4662931" y="1270"/>
                    <a:pt x="4665980" y="1651"/>
                    <a:pt x="4669155" y="2032"/>
                  </a:cubicBezTo>
                  <a:cubicBezTo>
                    <a:pt x="4672202" y="2540"/>
                    <a:pt x="4675250" y="3048"/>
                    <a:pt x="4678299" y="3683"/>
                  </a:cubicBezTo>
                  <a:cubicBezTo>
                    <a:pt x="4681346" y="4318"/>
                    <a:pt x="4684394" y="4953"/>
                    <a:pt x="4687443" y="5715"/>
                  </a:cubicBezTo>
                  <a:cubicBezTo>
                    <a:pt x="4690490" y="6477"/>
                    <a:pt x="4693412" y="7239"/>
                    <a:pt x="4696459" y="8255"/>
                  </a:cubicBezTo>
                  <a:cubicBezTo>
                    <a:pt x="4699380" y="9144"/>
                    <a:pt x="4702428" y="10033"/>
                    <a:pt x="4705349" y="11176"/>
                  </a:cubicBezTo>
                  <a:cubicBezTo>
                    <a:pt x="4708270" y="12192"/>
                    <a:pt x="4711192" y="13335"/>
                    <a:pt x="4713986" y="14478"/>
                  </a:cubicBezTo>
                  <a:cubicBezTo>
                    <a:pt x="4716780" y="15621"/>
                    <a:pt x="4719827" y="17018"/>
                    <a:pt x="4722621" y="18288"/>
                  </a:cubicBezTo>
                  <a:cubicBezTo>
                    <a:pt x="4725415" y="19558"/>
                    <a:pt x="4728209" y="20955"/>
                    <a:pt x="4731003" y="22479"/>
                  </a:cubicBezTo>
                  <a:cubicBezTo>
                    <a:pt x="4733670" y="24003"/>
                    <a:pt x="4736464" y="25527"/>
                    <a:pt x="4739131" y="27051"/>
                  </a:cubicBezTo>
                  <a:cubicBezTo>
                    <a:pt x="4741799" y="28702"/>
                    <a:pt x="4744338" y="30353"/>
                    <a:pt x="4747005" y="32131"/>
                  </a:cubicBezTo>
                  <a:cubicBezTo>
                    <a:pt x="4749545" y="33782"/>
                    <a:pt x="4752086" y="35687"/>
                    <a:pt x="4754625" y="37465"/>
                  </a:cubicBezTo>
                  <a:cubicBezTo>
                    <a:pt x="4757165" y="39243"/>
                    <a:pt x="4759578" y="41275"/>
                    <a:pt x="4761992" y="43180"/>
                  </a:cubicBezTo>
                  <a:cubicBezTo>
                    <a:pt x="4764405" y="45085"/>
                    <a:pt x="4766818" y="47244"/>
                    <a:pt x="4769103" y="49403"/>
                  </a:cubicBezTo>
                  <a:cubicBezTo>
                    <a:pt x="4771389" y="51435"/>
                    <a:pt x="4773675" y="53594"/>
                    <a:pt x="4775834" y="55753"/>
                  </a:cubicBezTo>
                  <a:cubicBezTo>
                    <a:pt x="4778120" y="58039"/>
                    <a:pt x="4780152" y="60198"/>
                    <a:pt x="4782312" y="62611"/>
                  </a:cubicBezTo>
                  <a:cubicBezTo>
                    <a:pt x="4784343" y="64897"/>
                    <a:pt x="4786502" y="67183"/>
                    <a:pt x="4788407" y="69596"/>
                  </a:cubicBezTo>
                  <a:cubicBezTo>
                    <a:pt x="4790439" y="72009"/>
                    <a:pt x="4792344" y="74549"/>
                    <a:pt x="4794122" y="77089"/>
                  </a:cubicBezTo>
                  <a:cubicBezTo>
                    <a:pt x="4796027" y="79502"/>
                    <a:pt x="4797805" y="82042"/>
                    <a:pt x="4799583" y="84709"/>
                  </a:cubicBezTo>
                  <a:cubicBezTo>
                    <a:pt x="4801234" y="87249"/>
                    <a:pt x="4802886" y="89916"/>
                    <a:pt x="4804537" y="92583"/>
                  </a:cubicBezTo>
                  <a:cubicBezTo>
                    <a:pt x="4806187" y="95250"/>
                    <a:pt x="4807712" y="97917"/>
                    <a:pt x="4809108" y="100711"/>
                  </a:cubicBezTo>
                  <a:cubicBezTo>
                    <a:pt x="4810505" y="103505"/>
                    <a:pt x="4812030" y="106172"/>
                    <a:pt x="4813426" y="109093"/>
                  </a:cubicBezTo>
                  <a:cubicBezTo>
                    <a:pt x="4814696" y="111887"/>
                    <a:pt x="4815967" y="114681"/>
                    <a:pt x="4817109" y="117602"/>
                  </a:cubicBezTo>
                  <a:cubicBezTo>
                    <a:pt x="4818380" y="120523"/>
                    <a:pt x="4819395" y="123444"/>
                    <a:pt x="4820538" y="126365"/>
                  </a:cubicBezTo>
                  <a:cubicBezTo>
                    <a:pt x="4821681" y="129286"/>
                    <a:pt x="4822570" y="132207"/>
                    <a:pt x="4823459" y="135255"/>
                  </a:cubicBezTo>
                  <a:cubicBezTo>
                    <a:pt x="4824349" y="138176"/>
                    <a:pt x="4825237" y="141224"/>
                    <a:pt x="4825872" y="144145"/>
                  </a:cubicBezTo>
                  <a:cubicBezTo>
                    <a:pt x="4826634" y="147193"/>
                    <a:pt x="4827396" y="150241"/>
                    <a:pt x="4828031" y="153289"/>
                  </a:cubicBezTo>
                  <a:cubicBezTo>
                    <a:pt x="4828539" y="156337"/>
                    <a:pt x="4829174" y="159512"/>
                    <a:pt x="4829555" y="162560"/>
                  </a:cubicBezTo>
                  <a:cubicBezTo>
                    <a:pt x="4829937" y="165608"/>
                    <a:pt x="4830444" y="168656"/>
                    <a:pt x="4830699" y="171831"/>
                  </a:cubicBezTo>
                  <a:cubicBezTo>
                    <a:pt x="4831080" y="174879"/>
                    <a:pt x="4831333" y="178054"/>
                    <a:pt x="4831461" y="181102"/>
                  </a:cubicBezTo>
                  <a:cubicBezTo>
                    <a:pt x="4831587" y="184277"/>
                    <a:pt x="4831714" y="187452"/>
                    <a:pt x="4831714" y="190500"/>
                  </a:cubicBezTo>
                  <a:lnTo>
                    <a:pt x="4831714" y="4965954"/>
                  </a:lnTo>
                  <a:cubicBezTo>
                    <a:pt x="4831714" y="4969002"/>
                    <a:pt x="4831587" y="4972177"/>
                    <a:pt x="4831461" y="4975225"/>
                  </a:cubicBezTo>
                  <a:cubicBezTo>
                    <a:pt x="4831333" y="4978400"/>
                    <a:pt x="4831080" y="4981448"/>
                    <a:pt x="4830699" y="4984623"/>
                  </a:cubicBezTo>
                  <a:cubicBezTo>
                    <a:pt x="4830444" y="4987671"/>
                    <a:pt x="4830063" y="4990846"/>
                    <a:pt x="4829555" y="4993894"/>
                  </a:cubicBezTo>
                  <a:cubicBezTo>
                    <a:pt x="4829047" y="4996942"/>
                    <a:pt x="4828539" y="4999990"/>
                    <a:pt x="4828031" y="5003038"/>
                  </a:cubicBezTo>
                  <a:cubicBezTo>
                    <a:pt x="4827396" y="5006086"/>
                    <a:pt x="4826634" y="5009134"/>
                    <a:pt x="4825872" y="5012182"/>
                  </a:cubicBezTo>
                  <a:cubicBezTo>
                    <a:pt x="4825237" y="5015230"/>
                    <a:pt x="4824349" y="5018278"/>
                    <a:pt x="4823459" y="5021199"/>
                  </a:cubicBezTo>
                  <a:cubicBezTo>
                    <a:pt x="4822570" y="5024247"/>
                    <a:pt x="4821555" y="5027168"/>
                    <a:pt x="4820538" y="5030089"/>
                  </a:cubicBezTo>
                  <a:cubicBezTo>
                    <a:pt x="4819522" y="5033010"/>
                    <a:pt x="4818380" y="5035931"/>
                    <a:pt x="4817109" y="5038852"/>
                  </a:cubicBezTo>
                  <a:cubicBezTo>
                    <a:pt x="4815967" y="5041646"/>
                    <a:pt x="4814696" y="5044567"/>
                    <a:pt x="4813426" y="5047361"/>
                  </a:cubicBezTo>
                  <a:cubicBezTo>
                    <a:pt x="4812030" y="5050155"/>
                    <a:pt x="4810632" y="5052949"/>
                    <a:pt x="4809108" y="5055743"/>
                  </a:cubicBezTo>
                  <a:cubicBezTo>
                    <a:pt x="4807712" y="5058410"/>
                    <a:pt x="4806187" y="5061204"/>
                    <a:pt x="4804537" y="5063871"/>
                  </a:cubicBezTo>
                  <a:cubicBezTo>
                    <a:pt x="4802886" y="5066538"/>
                    <a:pt x="4801234" y="5069205"/>
                    <a:pt x="4799583" y="5071745"/>
                  </a:cubicBezTo>
                  <a:cubicBezTo>
                    <a:pt x="4797805" y="5074285"/>
                    <a:pt x="4796027" y="5076952"/>
                    <a:pt x="4794122" y="5079365"/>
                  </a:cubicBezTo>
                  <a:cubicBezTo>
                    <a:pt x="4792344" y="5081905"/>
                    <a:pt x="4790439" y="5084318"/>
                    <a:pt x="4788407" y="5086731"/>
                  </a:cubicBezTo>
                  <a:cubicBezTo>
                    <a:pt x="4786502" y="5089144"/>
                    <a:pt x="4784343" y="5091557"/>
                    <a:pt x="4782312" y="5093843"/>
                  </a:cubicBezTo>
                  <a:cubicBezTo>
                    <a:pt x="4780280" y="5096129"/>
                    <a:pt x="4778120" y="5098415"/>
                    <a:pt x="4775834" y="5100574"/>
                  </a:cubicBezTo>
                  <a:cubicBezTo>
                    <a:pt x="4773675" y="5102860"/>
                    <a:pt x="4771389" y="5105019"/>
                    <a:pt x="4769103" y="5107051"/>
                  </a:cubicBezTo>
                  <a:cubicBezTo>
                    <a:pt x="4766818" y="5109083"/>
                    <a:pt x="4764405" y="5111242"/>
                    <a:pt x="4761992" y="5113147"/>
                  </a:cubicBezTo>
                  <a:cubicBezTo>
                    <a:pt x="4759578" y="5115179"/>
                    <a:pt x="4757165" y="5117084"/>
                    <a:pt x="4754625" y="5118989"/>
                  </a:cubicBezTo>
                  <a:cubicBezTo>
                    <a:pt x="4752086" y="5120767"/>
                    <a:pt x="4749545" y="5122545"/>
                    <a:pt x="4747005" y="5124323"/>
                  </a:cubicBezTo>
                  <a:cubicBezTo>
                    <a:pt x="4744338" y="5126101"/>
                    <a:pt x="4741799" y="5127752"/>
                    <a:pt x="4739131" y="5129276"/>
                  </a:cubicBezTo>
                  <a:cubicBezTo>
                    <a:pt x="4736464" y="5130927"/>
                    <a:pt x="4733670" y="5132451"/>
                    <a:pt x="4731003" y="5133975"/>
                  </a:cubicBezTo>
                  <a:cubicBezTo>
                    <a:pt x="4728209" y="5135372"/>
                    <a:pt x="4725415" y="5136769"/>
                    <a:pt x="4722621" y="5138166"/>
                  </a:cubicBezTo>
                  <a:cubicBezTo>
                    <a:pt x="4719827" y="5139563"/>
                    <a:pt x="4716906" y="5140706"/>
                    <a:pt x="4714112" y="5141976"/>
                  </a:cubicBezTo>
                  <a:cubicBezTo>
                    <a:pt x="4711192" y="5143119"/>
                    <a:pt x="4708270" y="5144262"/>
                    <a:pt x="4705349" y="5145278"/>
                  </a:cubicBezTo>
                  <a:cubicBezTo>
                    <a:pt x="4702428" y="5146294"/>
                    <a:pt x="4699380" y="5147310"/>
                    <a:pt x="4696459" y="5148199"/>
                  </a:cubicBezTo>
                  <a:cubicBezTo>
                    <a:pt x="4693538" y="5149088"/>
                    <a:pt x="4690490" y="5149977"/>
                    <a:pt x="4687443" y="5150739"/>
                  </a:cubicBezTo>
                  <a:cubicBezTo>
                    <a:pt x="4684394" y="5151501"/>
                    <a:pt x="4681346" y="5152136"/>
                    <a:pt x="4678299" y="5152771"/>
                  </a:cubicBezTo>
                  <a:cubicBezTo>
                    <a:pt x="4675250" y="5153406"/>
                    <a:pt x="4672202" y="5153914"/>
                    <a:pt x="4669155" y="5154422"/>
                  </a:cubicBezTo>
                  <a:cubicBezTo>
                    <a:pt x="4665980" y="5154803"/>
                    <a:pt x="4662931" y="5155184"/>
                    <a:pt x="4659883" y="5155565"/>
                  </a:cubicBezTo>
                  <a:cubicBezTo>
                    <a:pt x="4656708" y="5155819"/>
                    <a:pt x="4653661" y="5156073"/>
                    <a:pt x="4650486" y="5156200"/>
                  </a:cubicBezTo>
                  <a:cubicBezTo>
                    <a:pt x="4647437" y="5156327"/>
                    <a:pt x="4644262" y="5156454"/>
                    <a:pt x="4641214" y="5156454"/>
                  </a:cubicBezTo>
                  <a:lnTo>
                    <a:pt x="190500" y="5156454"/>
                  </a:lnTo>
                  <a:cubicBezTo>
                    <a:pt x="187325" y="5156454"/>
                    <a:pt x="184277" y="5156327"/>
                    <a:pt x="181102" y="5156200"/>
                  </a:cubicBezTo>
                  <a:cubicBezTo>
                    <a:pt x="178054" y="5156073"/>
                    <a:pt x="174879" y="5155819"/>
                    <a:pt x="171831" y="5155565"/>
                  </a:cubicBezTo>
                  <a:cubicBezTo>
                    <a:pt x="168656" y="5155184"/>
                    <a:pt x="165608" y="5154803"/>
                    <a:pt x="162560" y="5154422"/>
                  </a:cubicBezTo>
                  <a:cubicBezTo>
                    <a:pt x="159512" y="5154041"/>
                    <a:pt x="156337" y="5153406"/>
                    <a:pt x="153289" y="5152771"/>
                  </a:cubicBezTo>
                  <a:cubicBezTo>
                    <a:pt x="150241" y="5152136"/>
                    <a:pt x="147193" y="5151501"/>
                    <a:pt x="144272" y="5150739"/>
                  </a:cubicBezTo>
                  <a:cubicBezTo>
                    <a:pt x="141351" y="5149977"/>
                    <a:pt x="138176" y="5149088"/>
                    <a:pt x="135255" y="5148199"/>
                  </a:cubicBezTo>
                  <a:cubicBezTo>
                    <a:pt x="132207" y="5147310"/>
                    <a:pt x="129286" y="5146294"/>
                    <a:pt x="126365" y="5145278"/>
                  </a:cubicBezTo>
                  <a:cubicBezTo>
                    <a:pt x="123444" y="5144262"/>
                    <a:pt x="120523" y="5143119"/>
                    <a:pt x="117602" y="5141976"/>
                  </a:cubicBezTo>
                  <a:cubicBezTo>
                    <a:pt x="114681" y="5140706"/>
                    <a:pt x="111887" y="5139436"/>
                    <a:pt x="109093" y="5138166"/>
                  </a:cubicBezTo>
                  <a:cubicBezTo>
                    <a:pt x="106172" y="5136769"/>
                    <a:pt x="103505" y="5135372"/>
                    <a:pt x="100711" y="5133975"/>
                  </a:cubicBezTo>
                  <a:cubicBezTo>
                    <a:pt x="97917" y="5132451"/>
                    <a:pt x="95250" y="5130927"/>
                    <a:pt x="92583" y="5129276"/>
                  </a:cubicBezTo>
                  <a:cubicBezTo>
                    <a:pt x="89916" y="5127752"/>
                    <a:pt x="87249" y="5126101"/>
                    <a:pt x="84709" y="5124323"/>
                  </a:cubicBezTo>
                  <a:cubicBezTo>
                    <a:pt x="82169" y="5122545"/>
                    <a:pt x="79502" y="5120767"/>
                    <a:pt x="76962" y="5118989"/>
                  </a:cubicBezTo>
                  <a:cubicBezTo>
                    <a:pt x="74549" y="5117084"/>
                    <a:pt x="72009" y="5115179"/>
                    <a:pt x="69596" y="5113147"/>
                  </a:cubicBezTo>
                  <a:cubicBezTo>
                    <a:pt x="67183" y="5111242"/>
                    <a:pt x="64897" y="5109210"/>
                    <a:pt x="62611" y="5107051"/>
                  </a:cubicBezTo>
                  <a:cubicBezTo>
                    <a:pt x="60198" y="5105019"/>
                    <a:pt x="58039" y="5102860"/>
                    <a:pt x="55753" y="5100574"/>
                  </a:cubicBezTo>
                  <a:cubicBezTo>
                    <a:pt x="53594" y="5098415"/>
                    <a:pt x="51435" y="5096129"/>
                    <a:pt x="49403" y="5093843"/>
                  </a:cubicBezTo>
                  <a:cubicBezTo>
                    <a:pt x="47244" y="5091557"/>
                    <a:pt x="45212" y="5089144"/>
                    <a:pt x="43180" y="5086731"/>
                  </a:cubicBezTo>
                  <a:cubicBezTo>
                    <a:pt x="41148" y="5084318"/>
                    <a:pt x="39370" y="5081905"/>
                    <a:pt x="37465" y="5079365"/>
                  </a:cubicBezTo>
                  <a:cubicBezTo>
                    <a:pt x="35560" y="5076825"/>
                    <a:pt x="33782" y="5074285"/>
                    <a:pt x="32131" y="5071745"/>
                  </a:cubicBezTo>
                  <a:cubicBezTo>
                    <a:pt x="30353" y="5069205"/>
                    <a:pt x="28702" y="5066538"/>
                    <a:pt x="27051" y="5063871"/>
                  </a:cubicBezTo>
                  <a:cubicBezTo>
                    <a:pt x="25527" y="5061204"/>
                    <a:pt x="24003" y="5058410"/>
                    <a:pt x="22479" y="5055743"/>
                  </a:cubicBezTo>
                  <a:cubicBezTo>
                    <a:pt x="20955" y="5052949"/>
                    <a:pt x="19685" y="5050155"/>
                    <a:pt x="18288" y="5047361"/>
                  </a:cubicBezTo>
                  <a:cubicBezTo>
                    <a:pt x="17018" y="5044567"/>
                    <a:pt x="15748" y="5041646"/>
                    <a:pt x="14478" y="5038852"/>
                  </a:cubicBezTo>
                  <a:cubicBezTo>
                    <a:pt x="13335" y="5035931"/>
                    <a:pt x="12192" y="5033010"/>
                    <a:pt x="11176" y="5030089"/>
                  </a:cubicBezTo>
                  <a:cubicBezTo>
                    <a:pt x="10033" y="5027168"/>
                    <a:pt x="9144" y="5024247"/>
                    <a:pt x="8255" y="5021199"/>
                  </a:cubicBezTo>
                  <a:cubicBezTo>
                    <a:pt x="7239" y="5018278"/>
                    <a:pt x="6477" y="5015230"/>
                    <a:pt x="5715" y="5012182"/>
                  </a:cubicBezTo>
                  <a:cubicBezTo>
                    <a:pt x="4953" y="5009134"/>
                    <a:pt x="4318" y="5006086"/>
                    <a:pt x="3683" y="5003038"/>
                  </a:cubicBezTo>
                  <a:cubicBezTo>
                    <a:pt x="3048" y="4999990"/>
                    <a:pt x="2540" y="4996942"/>
                    <a:pt x="2032" y="4993894"/>
                  </a:cubicBezTo>
                  <a:cubicBezTo>
                    <a:pt x="1651" y="4990846"/>
                    <a:pt x="1270" y="4987671"/>
                    <a:pt x="889" y="4984623"/>
                  </a:cubicBezTo>
                  <a:cubicBezTo>
                    <a:pt x="508" y="4981575"/>
                    <a:pt x="381" y="4978400"/>
                    <a:pt x="254" y="4975225"/>
                  </a:cubicBezTo>
                  <a:cubicBezTo>
                    <a:pt x="127" y="4972177"/>
                    <a:pt x="0" y="4969002"/>
                    <a:pt x="0" y="4965954"/>
                  </a:cubicBezTo>
                  <a:lnTo>
                    <a:pt x="0" y="190500"/>
                  </a:lnTo>
                  <a:cubicBezTo>
                    <a:pt x="0" y="187452"/>
                    <a:pt x="127" y="184277"/>
                    <a:pt x="254" y="181102"/>
                  </a:cubicBezTo>
                  <a:cubicBezTo>
                    <a:pt x="381" y="178054"/>
                    <a:pt x="635" y="174879"/>
                    <a:pt x="889" y="171831"/>
                  </a:cubicBezTo>
                  <a:cubicBezTo>
                    <a:pt x="1270" y="168656"/>
                    <a:pt x="1651" y="165608"/>
                    <a:pt x="2032" y="162560"/>
                  </a:cubicBezTo>
                  <a:cubicBezTo>
                    <a:pt x="2540" y="159512"/>
                    <a:pt x="3048" y="156337"/>
                    <a:pt x="3683" y="153289"/>
                  </a:cubicBezTo>
                  <a:cubicBezTo>
                    <a:pt x="4318" y="150241"/>
                    <a:pt x="4953" y="147193"/>
                    <a:pt x="5715" y="144145"/>
                  </a:cubicBezTo>
                  <a:cubicBezTo>
                    <a:pt x="6477" y="141224"/>
                    <a:pt x="7239" y="138176"/>
                    <a:pt x="8255" y="135255"/>
                  </a:cubicBezTo>
                  <a:cubicBezTo>
                    <a:pt x="9144" y="132207"/>
                    <a:pt x="10033" y="129286"/>
                    <a:pt x="11176" y="126365"/>
                  </a:cubicBezTo>
                  <a:cubicBezTo>
                    <a:pt x="12192" y="123444"/>
                    <a:pt x="13335" y="120523"/>
                    <a:pt x="14478" y="117602"/>
                  </a:cubicBezTo>
                  <a:cubicBezTo>
                    <a:pt x="15621" y="114681"/>
                    <a:pt x="17018" y="111887"/>
                    <a:pt x="18288" y="109093"/>
                  </a:cubicBezTo>
                  <a:cubicBezTo>
                    <a:pt x="19685" y="106172"/>
                    <a:pt x="20955" y="103505"/>
                    <a:pt x="22479" y="100711"/>
                  </a:cubicBezTo>
                  <a:cubicBezTo>
                    <a:pt x="24003" y="97917"/>
                    <a:pt x="25527" y="95250"/>
                    <a:pt x="27051" y="92583"/>
                  </a:cubicBezTo>
                  <a:cubicBezTo>
                    <a:pt x="28702" y="89916"/>
                    <a:pt x="30353" y="87249"/>
                    <a:pt x="32131" y="84709"/>
                  </a:cubicBezTo>
                  <a:cubicBezTo>
                    <a:pt x="33782" y="82042"/>
                    <a:pt x="35687" y="79502"/>
                    <a:pt x="37465" y="77089"/>
                  </a:cubicBezTo>
                  <a:cubicBezTo>
                    <a:pt x="39370" y="74549"/>
                    <a:pt x="41275" y="72009"/>
                    <a:pt x="43180" y="69596"/>
                  </a:cubicBezTo>
                  <a:cubicBezTo>
                    <a:pt x="45085" y="67183"/>
                    <a:pt x="47244" y="64897"/>
                    <a:pt x="49403" y="62611"/>
                  </a:cubicBezTo>
                  <a:cubicBezTo>
                    <a:pt x="51435" y="60198"/>
                    <a:pt x="53594" y="58039"/>
                    <a:pt x="55753" y="55753"/>
                  </a:cubicBezTo>
                  <a:cubicBezTo>
                    <a:pt x="57912" y="53467"/>
                    <a:pt x="60198" y="51435"/>
                    <a:pt x="62611" y="49403"/>
                  </a:cubicBezTo>
                  <a:cubicBezTo>
                    <a:pt x="64897" y="47244"/>
                    <a:pt x="67183" y="45212"/>
                    <a:pt x="69596" y="43180"/>
                  </a:cubicBezTo>
                  <a:cubicBezTo>
                    <a:pt x="72009" y="41148"/>
                    <a:pt x="74549" y="39370"/>
                    <a:pt x="76962" y="37465"/>
                  </a:cubicBezTo>
                  <a:cubicBezTo>
                    <a:pt x="79502" y="35687"/>
                    <a:pt x="82042" y="33782"/>
                    <a:pt x="84709" y="32131"/>
                  </a:cubicBezTo>
                  <a:cubicBezTo>
                    <a:pt x="87249" y="30353"/>
                    <a:pt x="89916" y="28702"/>
                    <a:pt x="92583" y="27051"/>
                  </a:cubicBezTo>
                  <a:cubicBezTo>
                    <a:pt x="95250" y="25527"/>
                    <a:pt x="97917" y="24003"/>
                    <a:pt x="100711" y="22479"/>
                  </a:cubicBezTo>
                  <a:cubicBezTo>
                    <a:pt x="103505" y="20955"/>
                    <a:pt x="106172" y="19558"/>
                    <a:pt x="109093" y="18288"/>
                  </a:cubicBezTo>
                  <a:cubicBezTo>
                    <a:pt x="111887" y="17018"/>
                    <a:pt x="114681" y="15748"/>
                    <a:pt x="117602" y="14478"/>
                  </a:cubicBezTo>
                  <a:cubicBezTo>
                    <a:pt x="120523" y="13208"/>
                    <a:pt x="123444" y="12192"/>
                    <a:pt x="126365" y="11176"/>
                  </a:cubicBezTo>
                  <a:cubicBezTo>
                    <a:pt x="129286" y="10033"/>
                    <a:pt x="132207" y="9144"/>
                    <a:pt x="135255" y="8255"/>
                  </a:cubicBezTo>
                  <a:cubicBezTo>
                    <a:pt x="138176" y="7239"/>
                    <a:pt x="141224" y="6477"/>
                    <a:pt x="144272" y="5715"/>
                  </a:cubicBezTo>
                  <a:cubicBezTo>
                    <a:pt x="147320" y="4953"/>
                    <a:pt x="150241" y="4318"/>
                    <a:pt x="153289" y="3683"/>
                  </a:cubicBezTo>
                  <a:cubicBezTo>
                    <a:pt x="156337" y="3048"/>
                    <a:pt x="159512" y="2540"/>
                    <a:pt x="162560" y="2032"/>
                  </a:cubicBezTo>
                  <a:cubicBezTo>
                    <a:pt x="165608" y="1651"/>
                    <a:pt x="168656" y="1270"/>
                    <a:pt x="171831" y="889"/>
                  </a:cubicBezTo>
                  <a:cubicBezTo>
                    <a:pt x="174879" y="635"/>
                    <a:pt x="178054" y="381"/>
                    <a:pt x="181102" y="254"/>
                  </a:cubicBezTo>
                  <a:cubicBezTo>
                    <a:pt x="184277" y="127"/>
                    <a:pt x="187325" y="0"/>
                    <a:pt x="190500" y="0"/>
                  </a:cubicBezTo>
                </a:path>
              </a:pathLst>
            </a:custGeom>
            <a:solidFill>
              <a:srgbClr val="EDEDE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110072" y="9344025"/>
            <a:ext cx="1177928" cy="278635"/>
            <a:chOff x="0" y="0"/>
            <a:chExt cx="1177925" cy="2786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7925" cy="278638"/>
            </a:xfrm>
            <a:custGeom>
              <a:avLst/>
              <a:gdLst/>
              <a:ahLst/>
              <a:cxnLst/>
              <a:rect l="l" t="t" r="r" b="b"/>
              <a:pathLst>
                <a:path w="1177925" h="278638">
                  <a:moveTo>
                    <a:pt x="0" y="278638"/>
                  </a:moveTo>
                  <a:lnTo>
                    <a:pt x="1177925" y="278638"/>
                  </a:lnTo>
                  <a:lnTo>
                    <a:pt x="11779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AF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28613" y="3216793"/>
            <a:ext cx="4831804" cy="2303316"/>
            <a:chOff x="0" y="0"/>
            <a:chExt cx="6442405" cy="30710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42456" cy="3071114"/>
            </a:xfrm>
            <a:custGeom>
              <a:avLst/>
              <a:gdLst/>
              <a:ahLst/>
              <a:cxnLst/>
              <a:rect l="l" t="t" r="r" b="b"/>
              <a:pathLst>
                <a:path w="6442456" h="3071114">
                  <a:moveTo>
                    <a:pt x="0" y="0"/>
                  </a:moveTo>
                  <a:lnTo>
                    <a:pt x="6442456" y="0"/>
                  </a:lnTo>
                  <a:lnTo>
                    <a:pt x="6442456" y="3071114"/>
                  </a:lnTo>
                  <a:lnTo>
                    <a:pt x="0" y="3071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23402" y="3216793"/>
            <a:ext cx="4831775" cy="2303316"/>
            <a:chOff x="0" y="0"/>
            <a:chExt cx="6442367" cy="30710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42329" cy="3071114"/>
            </a:xfrm>
            <a:custGeom>
              <a:avLst/>
              <a:gdLst/>
              <a:ahLst/>
              <a:cxnLst/>
              <a:rect l="l" t="t" r="r" b="b"/>
              <a:pathLst>
                <a:path w="6442329" h="3071114">
                  <a:moveTo>
                    <a:pt x="0" y="0"/>
                  </a:moveTo>
                  <a:lnTo>
                    <a:pt x="6442329" y="0"/>
                  </a:lnTo>
                  <a:lnTo>
                    <a:pt x="6442329" y="3071114"/>
                  </a:lnTo>
                  <a:lnTo>
                    <a:pt x="0" y="3071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8181" y="3216793"/>
            <a:ext cx="4831804" cy="2303316"/>
            <a:chOff x="0" y="0"/>
            <a:chExt cx="6442405" cy="30710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42456" cy="3071114"/>
            </a:xfrm>
            <a:custGeom>
              <a:avLst/>
              <a:gdLst/>
              <a:ahLst/>
              <a:cxnLst/>
              <a:rect l="l" t="t" r="r" b="b"/>
              <a:pathLst>
                <a:path w="6442456" h="3071114">
                  <a:moveTo>
                    <a:pt x="0" y="0"/>
                  </a:moveTo>
                  <a:lnTo>
                    <a:pt x="6442456" y="0"/>
                  </a:lnTo>
                  <a:lnTo>
                    <a:pt x="6442456" y="3071114"/>
                  </a:lnTo>
                  <a:lnTo>
                    <a:pt x="0" y="3071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8181" y="257242"/>
            <a:ext cx="880758" cy="68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8" dirty="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08.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5133" y="1721158"/>
            <a:ext cx="5046164" cy="84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Takeaways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3075" y="6967204"/>
            <a:ext cx="3836137" cy="6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Comprehensive analysis empowers smarter business strategies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52306" y="6967204"/>
            <a:ext cx="3970868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 spc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Leveraging insights boosts sales and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00035" y="7262765"/>
            <a:ext cx="2649303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market competitiveness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76787" y="6967204"/>
            <a:ext cx="3931901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Ongoing tracking ensures sustained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14815" y="7262765"/>
            <a:ext cx="2222106" cy="30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179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ecommerce success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42161" y="5831776"/>
            <a:ext cx="3417741" cy="81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Data-Driven Decision Making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09477" y="5831776"/>
            <a:ext cx="2474519" cy="81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Enhanced Sales Performance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95001" y="5831776"/>
            <a:ext cx="3126448" cy="81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490" b="1">
                <a:solidFill>
                  <a:srgbClr val="2C56D9"/>
                </a:solidFill>
                <a:latin typeface="Lora Bold"/>
                <a:ea typeface="Lora Bold"/>
                <a:cs typeface="Lora Bold"/>
                <a:sym typeface="Lora Bold"/>
              </a:rPr>
              <a:t>Continuous Growth Monitoring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409</Words>
  <Application>Microsoft Office PowerPoint</Application>
  <PresentationFormat>Custom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Montserrat Semi-Bold</vt:lpstr>
      <vt:lpstr>Montserrat Light</vt:lpstr>
      <vt:lpstr>Montserrat Medium</vt:lpstr>
      <vt:lpstr>Times New Roman</vt:lpstr>
      <vt:lpstr>Calibri</vt:lpstr>
      <vt:lpstr>Arial</vt:lpstr>
      <vt:lpstr>Lora</vt:lpstr>
      <vt:lpstr>Lora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Analysis Insights (1).pdf</dc:title>
  <dc:creator>Anjali Chouhan</dc:creator>
  <cp:lastModifiedBy>Anjali Chouhan</cp:lastModifiedBy>
  <cp:revision>2</cp:revision>
  <dcterms:created xsi:type="dcterms:W3CDTF">2006-08-16T00:00:00Z</dcterms:created>
  <dcterms:modified xsi:type="dcterms:W3CDTF">2026-03-25T05:47:25Z</dcterms:modified>
  <dc:identifier>DAHE7ecUJaA</dc:identifier>
</cp:coreProperties>
</file>